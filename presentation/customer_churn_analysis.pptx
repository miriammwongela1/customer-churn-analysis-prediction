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57" r:id="rId3"/>
    <p:sldId id="256" r:id="rId4"/>
    <p:sldId id="266" r:id="rId5"/>
    <p:sldId id="258" r:id="rId6"/>
    <p:sldId id="259" r:id="rId7"/>
    <p:sldId id="260" r:id="rId8"/>
    <p:sldId id="267" r:id="rId9"/>
    <p:sldId id="262" r:id="rId10"/>
    <p:sldId id="264" r:id="rId11"/>
    <p:sldId id="265" r:id="rId12"/>
    <p:sldId id="268" r:id="rId13"/>
    <p:sldId id="269" r:id="rId14"/>
    <p:sldId id="263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riam Mwongela" userId="21f91f7e34378fc6" providerId="LiveId" clId="{0FAC73D6-FCDD-4F26-A314-26E12106D9C2}"/>
    <pc:docChg chg="undo custSel addSld delSld modSld sldOrd">
      <pc:chgData name="Miriam Mwongela" userId="21f91f7e34378fc6" providerId="LiveId" clId="{0FAC73D6-FCDD-4F26-A314-26E12106D9C2}" dt="2026-09-07T13:04:13.839" v="4204" actId="1076"/>
      <pc:docMkLst>
        <pc:docMk/>
      </pc:docMkLst>
      <pc:sldChg chg="addSp delSp modSp mod">
        <pc:chgData name="Miriam Mwongela" userId="21f91f7e34378fc6" providerId="LiveId" clId="{0FAC73D6-FCDD-4F26-A314-26E12106D9C2}" dt="2026-09-07T12:47:32.441" v="4133" actId="1076"/>
        <pc:sldMkLst>
          <pc:docMk/>
          <pc:sldMk cId="2706671552" sldId="256"/>
        </pc:sldMkLst>
        <pc:spChg chg="add mod">
          <ac:chgData name="Miriam Mwongela" userId="21f91f7e34378fc6" providerId="LiveId" clId="{0FAC73D6-FCDD-4F26-A314-26E12106D9C2}" dt="2026-09-07T12:46:18.215" v="4123" actId="1076"/>
          <ac:spMkLst>
            <pc:docMk/>
            <pc:sldMk cId="2706671552" sldId="256"/>
            <ac:spMk id="3" creationId="{C1B2710A-2B84-8C5C-493B-40BF4013E49E}"/>
          </ac:spMkLst>
        </pc:spChg>
        <pc:spChg chg="mod">
          <ac:chgData name="Miriam Mwongela" userId="21f91f7e34378fc6" providerId="LiveId" clId="{0FAC73D6-FCDD-4F26-A314-26E12106D9C2}" dt="2026-09-07T12:45:56.097" v="4117" actId="404"/>
          <ac:spMkLst>
            <pc:docMk/>
            <pc:sldMk cId="2706671552" sldId="256"/>
            <ac:spMk id="5" creationId="{75DAD14B-5685-A284-11C3-816B2E453243}"/>
          </ac:spMkLst>
        </pc:spChg>
        <pc:spChg chg="mod">
          <ac:chgData name="Miriam Mwongela" userId="21f91f7e34378fc6" providerId="LiveId" clId="{0FAC73D6-FCDD-4F26-A314-26E12106D9C2}" dt="2026-09-07T12:46:09.335" v="4121" actId="14100"/>
          <ac:spMkLst>
            <pc:docMk/>
            <pc:sldMk cId="2706671552" sldId="256"/>
            <ac:spMk id="6" creationId="{2C789FC1-1561-E74B-92CA-E354555672B1}"/>
          </ac:spMkLst>
        </pc:spChg>
        <pc:spChg chg="mod">
          <ac:chgData name="Miriam Mwongela" userId="21f91f7e34378fc6" providerId="LiveId" clId="{0FAC73D6-FCDD-4F26-A314-26E12106D9C2}" dt="2026-09-07T12:46:15.312" v="4122" actId="1076"/>
          <ac:spMkLst>
            <pc:docMk/>
            <pc:sldMk cId="2706671552" sldId="256"/>
            <ac:spMk id="7" creationId="{A001F80E-243B-28AC-CA34-6067D1448805}"/>
          </ac:spMkLst>
        </pc:spChg>
        <pc:spChg chg="add mod">
          <ac:chgData name="Miriam Mwongela" userId="21f91f7e34378fc6" providerId="LiveId" clId="{0FAC73D6-FCDD-4F26-A314-26E12106D9C2}" dt="2026-09-07T12:46:22.326" v="4124" actId="1076"/>
          <ac:spMkLst>
            <pc:docMk/>
            <pc:sldMk cId="2706671552" sldId="256"/>
            <ac:spMk id="8" creationId="{1A656772-D7C6-4B93-5260-6A3144F4D057}"/>
          </ac:spMkLst>
        </pc:spChg>
        <pc:spChg chg="del">
          <ac:chgData name="Miriam Mwongela" userId="21f91f7e34378fc6" providerId="LiveId" clId="{0FAC73D6-FCDD-4F26-A314-26E12106D9C2}" dt="2026-09-07T07:02:48.197" v="3056" actId="478"/>
          <ac:spMkLst>
            <pc:docMk/>
            <pc:sldMk cId="2706671552" sldId="256"/>
            <ac:spMk id="8" creationId="{2D9DBA93-45D3-30E5-430E-6AC8BA796AED}"/>
          </ac:spMkLst>
        </pc:spChg>
        <pc:spChg chg="del">
          <ac:chgData name="Miriam Mwongela" userId="21f91f7e34378fc6" providerId="LiveId" clId="{0FAC73D6-FCDD-4F26-A314-26E12106D9C2}" dt="2026-09-07T07:02:50.354" v="3057" actId="478"/>
          <ac:spMkLst>
            <pc:docMk/>
            <pc:sldMk cId="2706671552" sldId="256"/>
            <ac:spMk id="9" creationId="{1CE7A7D8-7C3B-6DD0-2C9C-8E3E02C1C0EA}"/>
          </ac:spMkLst>
        </pc:spChg>
        <pc:spChg chg="del">
          <ac:chgData name="Miriam Mwongela" userId="21f91f7e34378fc6" providerId="LiveId" clId="{0FAC73D6-FCDD-4F26-A314-26E12106D9C2}" dt="2026-09-07T07:02:52.362" v="3058" actId="478"/>
          <ac:spMkLst>
            <pc:docMk/>
            <pc:sldMk cId="2706671552" sldId="256"/>
            <ac:spMk id="10" creationId="{0E1A8437-8B7A-B7CC-814F-B12B90CDB89D}"/>
          </ac:spMkLst>
        </pc:spChg>
        <pc:spChg chg="add mod">
          <ac:chgData name="Miriam Mwongela" userId="21f91f7e34378fc6" providerId="LiveId" clId="{0FAC73D6-FCDD-4F26-A314-26E12106D9C2}" dt="2026-09-07T12:46:26.527" v="4125" actId="1076"/>
          <ac:spMkLst>
            <pc:docMk/>
            <pc:sldMk cId="2706671552" sldId="256"/>
            <ac:spMk id="10" creationId="{3AC2A482-39EF-BC9E-AA1A-0BF328C5D0FC}"/>
          </ac:spMkLst>
        </pc:spChg>
        <pc:spChg chg="del">
          <ac:chgData name="Miriam Mwongela" userId="21f91f7e34378fc6" providerId="LiveId" clId="{0FAC73D6-FCDD-4F26-A314-26E12106D9C2}" dt="2026-09-07T07:02:54.258" v="3059" actId="478"/>
          <ac:spMkLst>
            <pc:docMk/>
            <pc:sldMk cId="2706671552" sldId="256"/>
            <ac:spMk id="11" creationId="{754065FD-E18E-DA15-31E7-24AF359E54B8}"/>
          </ac:spMkLst>
        </pc:spChg>
        <pc:spChg chg="add mod">
          <ac:chgData name="Miriam Mwongela" userId="21f91f7e34378fc6" providerId="LiveId" clId="{0FAC73D6-FCDD-4F26-A314-26E12106D9C2}" dt="2026-09-07T12:45:39.468" v="4115" actId="571"/>
          <ac:spMkLst>
            <pc:docMk/>
            <pc:sldMk cId="2706671552" sldId="256"/>
            <ac:spMk id="11" creationId="{A1516FBF-D44D-E7E5-116D-87B5C04E71EF}"/>
          </ac:spMkLst>
        </pc:spChg>
        <pc:spChg chg="add mod">
          <ac:chgData name="Miriam Mwongela" userId="21f91f7e34378fc6" providerId="LiveId" clId="{0FAC73D6-FCDD-4F26-A314-26E12106D9C2}" dt="2026-09-07T12:45:39.468" v="4115" actId="571"/>
          <ac:spMkLst>
            <pc:docMk/>
            <pc:sldMk cId="2706671552" sldId="256"/>
            <ac:spMk id="12" creationId="{99C491B4-4BBF-B9E3-5DAB-1C6C33119A7C}"/>
          </ac:spMkLst>
        </pc:spChg>
        <pc:spChg chg="add mod">
          <ac:chgData name="Miriam Mwongela" userId="21f91f7e34378fc6" providerId="LiveId" clId="{0FAC73D6-FCDD-4F26-A314-26E12106D9C2}" dt="2026-09-07T12:47:32.441" v="4133" actId="1076"/>
          <ac:spMkLst>
            <pc:docMk/>
            <pc:sldMk cId="2706671552" sldId="256"/>
            <ac:spMk id="14" creationId="{CAC9A9FC-0DF4-5654-7060-14947BA750EA}"/>
          </ac:spMkLst>
        </pc:spChg>
      </pc:sldChg>
      <pc:sldChg chg="addSp delSp modSp add del mod ord">
        <pc:chgData name="Miriam Mwongela" userId="21f91f7e34378fc6" providerId="LiveId" clId="{0FAC73D6-FCDD-4F26-A314-26E12106D9C2}" dt="2026-09-07T13:02:42.472" v="4194" actId="14100"/>
        <pc:sldMkLst>
          <pc:docMk/>
          <pc:sldMk cId="1970675058" sldId="257"/>
        </pc:sldMkLst>
        <pc:spChg chg="del mod">
          <ac:chgData name="Miriam Mwongela" userId="21f91f7e34378fc6" providerId="LiveId" clId="{0FAC73D6-FCDD-4F26-A314-26E12106D9C2}" dt="2026-09-07T12:46:30.911" v="4126" actId="21"/>
          <ac:spMkLst>
            <pc:docMk/>
            <pc:sldMk cId="1970675058" sldId="257"/>
            <ac:spMk id="3" creationId="{1143E5E8-20A2-99C4-332E-2C0BAFF8CFFE}"/>
          </ac:spMkLst>
        </pc:spChg>
        <pc:spChg chg="add mod">
          <ac:chgData name="Miriam Mwongela" userId="21f91f7e34378fc6" providerId="LiveId" clId="{0FAC73D6-FCDD-4F26-A314-26E12106D9C2}" dt="2026-09-07T13:02:37.127" v="4193" actId="1076"/>
          <ac:spMkLst>
            <pc:docMk/>
            <pc:sldMk cId="1970675058" sldId="257"/>
            <ac:spMk id="4" creationId="{F57D6BE3-1DD4-BFAD-0D17-999EB648D1D9}"/>
          </ac:spMkLst>
        </pc:spChg>
        <pc:spChg chg="add mod">
          <ac:chgData name="Miriam Mwongela" userId="21f91f7e34378fc6" providerId="LiveId" clId="{0FAC73D6-FCDD-4F26-A314-26E12106D9C2}" dt="2026-09-07T13:00:30.417" v="4172" actId="403"/>
          <ac:spMkLst>
            <pc:docMk/>
            <pc:sldMk cId="1970675058" sldId="257"/>
            <ac:spMk id="7" creationId="{EFDC6E16-8C13-4717-E357-E9D6FD340CA5}"/>
          </ac:spMkLst>
        </pc:spChg>
        <pc:spChg chg="add del">
          <ac:chgData name="Miriam Mwongela" userId="21f91f7e34378fc6" providerId="LiveId" clId="{0FAC73D6-FCDD-4F26-A314-26E12106D9C2}" dt="2026-09-07T13:01:34.439" v="4176" actId="22"/>
          <ac:spMkLst>
            <pc:docMk/>
            <pc:sldMk cId="1970675058" sldId="257"/>
            <ac:spMk id="9" creationId="{3BB67E2C-266D-DE53-C7E2-52C6D63934CB}"/>
          </ac:spMkLst>
        </pc:spChg>
        <pc:graphicFrameChg chg="del">
          <ac:chgData name="Miriam Mwongela" userId="21f91f7e34378fc6" providerId="LiveId" clId="{0FAC73D6-FCDD-4F26-A314-26E12106D9C2}" dt="2026-09-07T12:43:04.424" v="4104" actId="478"/>
          <ac:graphicFrameMkLst>
            <pc:docMk/>
            <pc:sldMk cId="1970675058" sldId="257"/>
            <ac:graphicFrameMk id="5" creationId="{15E701D0-114D-F8D8-E75A-57EFA89AE7B7}"/>
          </ac:graphicFrameMkLst>
        </pc:graphicFrameChg>
        <pc:picChg chg="add mod">
          <ac:chgData name="Miriam Mwongela" userId="21f91f7e34378fc6" providerId="LiveId" clId="{0FAC73D6-FCDD-4F26-A314-26E12106D9C2}" dt="2026-09-07T13:02:42.472" v="4194" actId="14100"/>
          <ac:picMkLst>
            <pc:docMk/>
            <pc:sldMk cId="1970675058" sldId="257"/>
            <ac:picMk id="11" creationId="{BC09F4A3-E73E-5B4F-D5AD-1DBB29DAFF50}"/>
          </ac:picMkLst>
        </pc:picChg>
      </pc:sldChg>
      <pc:sldChg chg="addSp delSp modSp new mod">
        <pc:chgData name="Miriam Mwongela" userId="21f91f7e34378fc6" providerId="LiveId" clId="{0FAC73D6-FCDD-4F26-A314-26E12106D9C2}" dt="2026-09-07T12:04:59.777" v="3799" actId="14100"/>
        <pc:sldMkLst>
          <pc:docMk/>
          <pc:sldMk cId="2439732615" sldId="258"/>
        </pc:sldMkLst>
        <pc:spChg chg="add mod">
          <ac:chgData name="Miriam Mwongela" userId="21f91f7e34378fc6" providerId="LiveId" clId="{0FAC73D6-FCDD-4F26-A314-26E12106D9C2}" dt="2026-09-07T11:50:23.551" v="3717" actId="14100"/>
          <ac:spMkLst>
            <pc:docMk/>
            <pc:sldMk cId="2439732615" sldId="258"/>
            <ac:spMk id="3" creationId="{CB563032-F6E8-6A1F-6E69-8564F85ADFFA}"/>
          </ac:spMkLst>
        </pc:spChg>
        <pc:spChg chg="add mod">
          <ac:chgData name="Miriam Mwongela" userId="21f91f7e34378fc6" providerId="LiveId" clId="{0FAC73D6-FCDD-4F26-A314-26E12106D9C2}" dt="2026-09-07T11:50:39.467" v="3722" actId="14100"/>
          <ac:spMkLst>
            <pc:docMk/>
            <pc:sldMk cId="2439732615" sldId="258"/>
            <ac:spMk id="15" creationId="{AC59CAC7-BDCF-9769-BA87-C0093E8C886D}"/>
          </ac:spMkLst>
        </pc:spChg>
        <pc:spChg chg="add del mod">
          <ac:chgData name="Miriam Mwongela" userId="21f91f7e34378fc6" providerId="LiveId" clId="{0FAC73D6-FCDD-4F26-A314-26E12106D9C2}" dt="2026-09-07T11:48:34.976" v="3694" actId="21"/>
          <ac:spMkLst>
            <pc:docMk/>
            <pc:sldMk cId="2439732615" sldId="258"/>
            <ac:spMk id="18" creationId="{5205F23B-1F7B-13B7-8034-7BF77CDDA4A1}"/>
          </ac:spMkLst>
        </pc:spChg>
        <pc:picChg chg="add mod">
          <ac:chgData name="Miriam Mwongela" userId="21f91f7e34378fc6" providerId="LiveId" clId="{0FAC73D6-FCDD-4F26-A314-26E12106D9C2}" dt="2026-09-07T11:50:59.957" v="3728" actId="14100"/>
          <ac:picMkLst>
            <pc:docMk/>
            <pc:sldMk cId="2439732615" sldId="258"/>
            <ac:picMk id="5" creationId="{BB0DCFBB-4BB6-4215-B192-DE2961F8A0E8}"/>
          </ac:picMkLst>
        </pc:picChg>
        <pc:picChg chg="add mod">
          <ac:chgData name="Miriam Mwongela" userId="21f91f7e34378fc6" providerId="LiveId" clId="{0FAC73D6-FCDD-4F26-A314-26E12106D9C2}" dt="2026-09-07T11:51:04.695" v="3729" actId="14100"/>
          <ac:picMkLst>
            <pc:docMk/>
            <pc:sldMk cId="2439732615" sldId="258"/>
            <ac:picMk id="7" creationId="{462EBC14-093F-FBCB-E825-1A1F6A7E6D4A}"/>
          </ac:picMkLst>
        </pc:picChg>
        <pc:picChg chg="add mod">
          <ac:chgData name="Miriam Mwongela" userId="21f91f7e34378fc6" providerId="LiveId" clId="{0FAC73D6-FCDD-4F26-A314-26E12106D9C2}" dt="2026-09-07T12:04:59.777" v="3799" actId="14100"/>
          <ac:picMkLst>
            <pc:docMk/>
            <pc:sldMk cId="2439732615" sldId="258"/>
            <ac:picMk id="13" creationId="{15A1C0AE-8985-E99C-E6C0-005D542AB48D}"/>
          </ac:picMkLst>
        </pc:picChg>
        <pc:picChg chg="add del mod">
          <ac:chgData name="Miriam Mwongela" userId="21f91f7e34378fc6" providerId="LiveId" clId="{0FAC73D6-FCDD-4F26-A314-26E12106D9C2}" dt="2026-09-07T11:47:28.155" v="3676" actId="21"/>
          <ac:picMkLst>
            <pc:docMk/>
            <pc:sldMk cId="2439732615" sldId="258"/>
            <ac:picMk id="17" creationId="{CE039A7B-31AE-388E-0339-0FF733D52F16}"/>
          </ac:picMkLst>
        </pc:picChg>
      </pc:sldChg>
      <pc:sldChg chg="addSp delSp modSp new mod">
        <pc:chgData name="Miriam Mwongela" userId="21f91f7e34378fc6" providerId="LiveId" clId="{0FAC73D6-FCDD-4F26-A314-26E12106D9C2}" dt="2026-09-03T19:46:23.343" v="1647" actId="14100"/>
        <pc:sldMkLst>
          <pc:docMk/>
          <pc:sldMk cId="2285449653" sldId="259"/>
        </pc:sldMkLst>
        <pc:picChg chg="add mod modCrop">
          <ac:chgData name="Miriam Mwongela" userId="21f91f7e34378fc6" providerId="LiveId" clId="{0FAC73D6-FCDD-4F26-A314-26E12106D9C2}" dt="2026-09-03T19:46:23.343" v="1647" actId="14100"/>
          <ac:picMkLst>
            <pc:docMk/>
            <pc:sldMk cId="2285449653" sldId="259"/>
            <ac:picMk id="11" creationId="{BDF7571E-D8B0-B0B5-15FF-AC575B74FBF7}"/>
          </ac:picMkLst>
        </pc:picChg>
      </pc:sldChg>
      <pc:sldChg chg="addSp delSp modSp new mod">
        <pc:chgData name="Miriam Mwongela" userId="21f91f7e34378fc6" providerId="LiveId" clId="{0FAC73D6-FCDD-4F26-A314-26E12106D9C2}" dt="2026-09-03T18:18:46.188" v="1318" actId="1076"/>
        <pc:sldMkLst>
          <pc:docMk/>
          <pc:sldMk cId="1330431091" sldId="260"/>
        </pc:sldMkLst>
        <pc:spChg chg="add mod">
          <ac:chgData name="Miriam Mwongela" userId="21f91f7e34378fc6" providerId="LiveId" clId="{0FAC73D6-FCDD-4F26-A314-26E12106D9C2}" dt="2026-09-03T18:17:10.455" v="1303" actId="1076"/>
          <ac:spMkLst>
            <pc:docMk/>
            <pc:sldMk cId="1330431091" sldId="260"/>
            <ac:spMk id="19" creationId="{FA7D7285-D838-0EFA-F324-9987ACA1C12F}"/>
          </ac:spMkLst>
        </pc:spChg>
        <pc:spChg chg="add mod">
          <ac:chgData name="Miriam Mwongela" userId="21f91f7e34378fc6" providerId="LiveId" clId="{0FAC73D6-FCDD-4F26-A314-26E12106D9C2}" dt="2026-09-03T18:16:56.460" v="1299" actId="1076"/>
          <ac:spMkLst>
            <pc:docMk/>
            <pc:sldMk cId="1330431091" sldId="260"/>
            <ac:spMk id="21" creationId="{7ACB9F44-831E-EE09-DA66-2D782D0DCADB}"/>
          </ac:spMkLst>
        </pc:spChg>
        <pc:spChg chg="add mod">
          <ac:chgData name="Miriam Mwongela" userId="21f91f7e34378fc6" providerId="LiveId" clId="{0FAC73D6-FCDD-4F26-A314-26E12106D9C2}" dt="2026-09-03T18:17:33.299" v="1307" actId="1076"/>
          <ac:spMkLst>
            <pc:docMk/>
            <pc:sldMk cId="1330431091" sldId="260"/>
            <ac:spMk id="23" creationId="{EE675689-BCD0-263F-EFF0-05A8491E33D0}"/>
          </ac:spMkLst>
        </pc:spChg>
        <pc:spChg chg="add mod">
          <ac:chgData name="Miriam Mwongela" userId="21f91f7e34378fc6" providerId="LiveId" clId="{0FAC73D6-FCDD-4F26-A314-26E12106D9C2}" dt="2026-09-03T18:18:21.775" v="1315" actId="14100"/>
          <ac:spMkLst>
            <pc:docMk/>
            <pc:sldMk cId="1330431091" sldId="260"/>
            <ac:spMk id="25" creationId="{8DE147D1-CC90-20DA-62FB-51F647D769AA}"/>
          </ac:spMkLst>
        </pc:spChg>
        <pc:spChg chg="add mod">
          <ac:chgData name="Miriam Mwongela" userId="21f91f7e34378fc6" providerId="LiveId" clId="{0FAC73D6-FCDD-4F26-A314-26E12106D9C2}" dt="2026-09-03T18:17:59.888" v="1311" actId="1076"/>
          <ac:spMkLst>
            <pc:docMk/>
            <pc:sldMk cId="1330431091" sldId="260"/>
            <ac:spMk id="33" creationId="{062D4A8F-2C08-18E8-7B87-DF4B2A0A9C85}"/>
          </ac:spMkLst>
        </pc:spChg>
        <pc:spChg chg="add mod">
          <ac:chgData name="Miriam Mwongela" userId="21f91f7e34378fc6" providerId="LiveId" clId="{0FAC73D6-FCDD-4F26-A314-26E12106D9C2}" dt="2026-09-03T18:18:46.188" v="1318" actId="1076"/>
          <ac:spMkLst>
            <pc:docMk/>
            <pc:sldMk cId="1330431091" sldId="260"/>
            <ac:spMk id="35" creationId="{AE086E56-5C9D-8265-C4A7-37B552D71D78}"/>
          </ac:spMkLst>
        </pc:spChg>
        <pc:picChg chg="add mod modCrop">
          <ac:chgData name="Miriam Mwongela" userId="21f91f7e34378fc6" providerId="LiveId" clId="{0FAC73D6-FCDD-4F26-A314-26E12106D9C2}" dt="2026-09-03T18:18:30.080" v="1316" actId="1076"/>
          <ac:picMkLst>
            <pc:docMk/>
            <pc:sldMk cId="1330431091" sldId="260"/>
            <ac:picMk id="11" creationId="{6017A0B1-BEF2-ECE8-D221-8DCC023AFA23}"/>
          </ac:picMkLst>
        </pc:picChg>
        <pc:picChg chg="add mod modCrop">
          <ac:chgData name="Miriam Mwongela" userId="21f91f7e34378fc6" providerId="LiveId" clId="{0FAC73D6-FCDD-4F26-A314-26E12106D9C2}" dt="2026-09-03T18:17:04.767" v="1302" actId="1076"/>
          <ac:picMkLst>
            <pc:docMk/>
            <pc:sldMk cId="1330431091" sldId="260"/>
            <ac:picMk id="13" creationId="{E2F028F0-E663-406D-EF64-5663661B54C8}"/>
          </ac:picMkLst>
        </pc:picChg>
        <pc:picChg chg="add mod modCrop">
          <ac:chgData name="Miriam Mwongela" userId="21f91f7e34378fc6" providerId="LiveId" clId="{0FAC73D6-FCDD-4F26-A314-26E12106D9C2}" dt="2026-09-03T18:17:01.866" v="1301" actId="1076"/>
          <ac:picMkLst>
            <pc:docMk/>
            <pc:sldMk cId="1330431091" sldId="260"/>
            <ac:picMk id="15" creationId="{40750FA5-2C5B-B0D9-E78A-DF00B77A20A7}"/>
          </ac:picMkLst>
        </pc:picChg>
        <pc:picChg chg="add mod modCrop">
          <ac:chgData name="Miriam Mwongela" userId="21f91f7e34378fc6" providerId="LiveId" clId="{0FAC73D6-FCDD-4F26-A314-26E12106D9C2}" dt="2026-09-03T18:17:23.300" v="1305" actId="1076"/>
          <ac:picMkLst>
            <pc:docMk/>
            <pc:sldMk cId="1330431091" sldId="260"/>
            <ac:picMk id="17" creationId="{B4A5D2B0-F4C9-40AA-91B3-3DA9AC772386}"/>
          </ac:picMkLst>
        </pc:picChg>
        <pc:picChg chg="add mod">
          <ac:chgData name="Miriam Mwongela" userId="21f91f7e34378fc6" providerId="LiveId" clId="{0FAC73D6-FCDD-4F26-A314-26E12106D9C2}" dt="2026-09-03T18:18:36.530" v="1317" actId="1076"/>
          <ac:picMkLst>
            <pc:docMk/>
            <pc:sldMk cId="1330431091" sldId="260"/>
            <ac:picMk id="27" creationId="{EC88A89A-7CD8-271B-2F97-C787DE9512A2}"/>
          </ac:picMkLst>
        </pc:picChg>
        <pc:picChg chg="add mod">
          <ac:chgData name="Miriam Mwongela" userId="21f91f7e34378fc6" providerId="LiveId" clId="{0FAC73D6-FCDD-4F26-A314-26E12106D9C2}" dt="2026-09-03T18:18:05.696" v="1312" actId="1076"/>
          <ac:picMkLst>
            <pc:docMk/>
            <pc:sldMk cId="1330431091" sldId="260"/>
            <ac:picMk id="29" creationId="{24B1163D-6597-DF8A-1CBB-91B23156B510}"/>
          </ac:picMkLst>
        </pc:picChg>
      </pc:sldChg>
      <pc:sldChg chg="addSp delSp modSp new del mod">
        <pc:chgData name="Miriam Mwongela" userId="21f91f7e34378fc6" providerId="LiveId" clId="{0FAC73D6-FCDD-4F26-A314-26E12106D9C2}" dt="2026-09-07T11:51:24.648" v="3730" actId="2696"/>
        <pc:sldMkLst>
          <pc:docMk/>
          <pc:sldMk cId="537491255" sldId="261"/>
        </pc:sldMkLst>
        <pc:spChg chg="add del mod">
          <ac:chgData name="Miriam Mwongela" userId="21f91f7e34378fc6" providerId="LiveId" clId="{0FAC73D6-FCDD-4F26-A314-26E12106D9C2}" dt="2026-09-07T11:49:08.812" v="3700" actId="21"/>
          <ac:spMkLst>
            <pc:docMk/>
            <pc:sldMk cId="537491255" sldId="261"/>
            <ac:spMk id="3" creationId="{412DD9F8-0922-B865-D272-5CBDBB0CD7EE}"/>
          </ac:spMkLst>
        </pc:spChg>
        <pc:picChg chg="add del mod">
          <ac:chgData name="Miriam Mwongela" userId="21f91f7e34378fc6" providerId="LiveId" clId="{0FAC73D6-FCDD-4F26-A314-26E12106D9C2}" dt="2026-09-07T11:49:44.922" v="3707" actId="21"/>
          <ac:picMkLst>
            <pc:docMk/>
            <pc:sldMk cId="537491255" sldId="261"/>
            <ac:picMk id="11" creationId="{E00F10C5-55FA-693B-9535-73BA8C0883B0}"/>
          </ac:picMkLst>
        </pc:picChg>
        <pc:picChg chg="add del mod">
          <ac:chgData name="Miriam Mwongela" userId="21f91f7e34378fc6" providerId="LiveId" clId="{0FAC73D6-FCDD-4F26-A314-26E12106D9C2}" dt="2026-09-07T11:50:08.356" v="3712" actId="21"/>
          <ac:picMkLst>
            <pc:docMk/>
            <pc:sldMk cId="537491255" sldId="261"/>
            <ac:picMk id="13" creationId="{18735D4F-57AB-C54E-42B5-F425FB1B2A10}"/>
          </ac:picMkLst>
        </pc:picChg>
      </pc:sldChg>
      <pc:sldChg chg="addSp delSp modSp new mod">
        <pc:chgData name="Miriam Mwongela" userId="21f91f7e34378fc6" providerId="LiveId" clId="{0FAC73D6-FCDD-4F26-A314-26E12106D9C2}" dt="2026-09-07T11:52:49.357" v="3740" actId="14100"/>
        <pc:sldMkLst>
          <pc:docMk/>
          <pc:sldMk cId="3073278946" sldId="262"/>
        </pc:sldMkLst>
        <pc:spChg chg="add mod">
          <ac:chgData name="Miriam Mwongela" userId="21f91f7e34378fc6" providerId="LiveId" clId="{0FAC73D6-FCDD-4F26-A314-26E12106D9C2}" dt="2026-09-07T07:08:24.366" v="3103" actId="14100"/>
          <ac:spMkLst>
            <pc:docMk/>
            <pc:sldMk cId="3073278946" sldId="262"/>
            <ac:spMk id="5" creationId="{97003583-7CF7-0148-628B-E897EEA53459}"/>
          </ac:spMkLst>
        </pc:spChg>
        <pc:spChg chg="add mod">
          <ac:chgData name="Miriam Mwongela" userId="21f91f7e34378fc6" providerId="LiveId" clId="{0FAC73D6-FCDD-4F26-A314-26E12106D9C2}" dt="2026-09-07T11:52:41.350" v="3738" actId="14100"/>
          <ac:spMkLst>
            <pc:docMk/>
            <pc:sldMk cId="3073278946" sldId="262"/>
            <ac:spMk id="9" creationId="{37028B6C-FC72-EE91-5C9C-0945A02B42E9}"/>
          </ac:spMkLst>
        </pc:spChg>
        <pc:spChg chg="add mod">
          <ac:chgData name="Miriam Mwongela" userId="21f91f7e34378fc6" providerId="LiveId" clId="{0FAC73D6-FCDD-4F26-A314-26E12106D9C2}" dt="2026-09-07T11:52:17.585" v="3733" actId="1076"/>
          <ac:spMkLst>
            <pc:docMk/>
            <pc:sldMk cId="3073278946" sldId="262"/>
            <ac:spMk id="14" creationId="{8CD8E8D3-AE29-DEA0-55FF-36E66B420B62}"/>
          </ac:spMkLst>
        </pc:spChg>
        <pc:graphicFrameChg chg="add mod modGraphic">
          <ac:chgData name="Miriam Mwongela" userId="21f91f7e34378fc6" providerId="LiveId" clId="{0FAC73D6-FCDD-4F26-A314-26E12106D9C2}" dt="2026-09-07T07:08:09.810" v="3100" actId="1076"/>
          <ac:graphicFrameMkLst>
            <pc:docMk/>
            <pc:sldMk cId="3073278946" sldId="262"/>
            <ac:graphicFrameMk id="4" creationId="{C73276C8-3287-BD2D-5A82-B26419305C5E}"/>
          </ac:graphicFrameMkLst>
        </pc:graphicFrameChg>
        <pc:picChg chg="add mod">
          <ac:chgData name="Miriam Mwongela" userId="21f91f7e34378fc6" providerId="LiveId" clId="{0FAC73D6-FCDD-4F26-A314-26E12106D9C2}" dt="2026-09-07T07:08:29.198" v="3104" actId="14100"/>
          <ac:picMkLst>
            <pc:docMk/>
            <pc:sldMk cId="3073278946" sldId="262"/>
            <ac:picMk id="3" creationId="{DD52EF16-B1E1-C8E7-2956-510B23D7A24D}"/>
          </ac:picMkLst>
        </pc:picChg>
        <pc:picChg chg="add del mod">
          <ac:chgData name="Miriam Mwongela" userId="21f91f7e34378fc6" providerId="LiveId" clId="{0FAC73D6-FCDD-4F26-A314-26E12106D9C2}" dt="2026-09-07T07:04:32.191" v="3064" actId="21"/>
          <ac:picMkLst>
            <pc:docMk/>
            <pc:sldMk cId="3073278946" sldId="262"/>
            <ac:picMk id="6" creationId="{3D818D60-9665-3797-A6C1-8B4A1E8E0713}"/>
          </ac:picMkLst>
        </pc:picChg>
        <pc:picChg chg="add mod">
          <ac:chgData name="Miriam Mwongela" userId="21f91f7e34378fc6" providerId="LiveId" clId="{0FAC73D6-FCDD-4F26-A314-26E12106D9C2}" dt="2026-09-07T11:52:49.357" v="3740" actId="14100"/>
          <ac:picMkLst>
            <pc:docMk/>
            <pc:sldMk cId="3073278946" sldId="262"/>
            <ac:picMk id="7" creationId="{B1A0EFA0-A63F-1349-FE92-42F0EBD2BE99}"/>
          </ac:picMkLst>
        </pc:picChg>
        <pc:cxnChg chg="add del mod">
          <ac:chgData name="Miriam Mwongela" userId="21f91f7e34378fc6" providerId="LiveId" clId="{0FAC73D6-FCDD-4F26-A314-26E12106D9C2}" dt="2026-09-07T11:52:07.817" v="3731" actId="478"/>
          <ac:cxnSpMkLst>
            <pc:docMk/>
            <pc:sldMk cId="3073278946" sldId="262"/>
            <ac:cxnSpMk id="11" creationId="{E0FE8956-F0B7-5175-EDD2-05949DC7C86A}"/>
          </ac:cxnSpMkLst>
        </pc:cxnChg>
      </pc:sldChg>
      <pc:sldChg chg="addSp delSp modSp new mod ord">
        <pc:chgData name="Miriam Mwongela" userId="21f91f7e34378fc6" providerId="LiveId" clId="{0FAC73D6-FCDD-4F26-A314-26E12106D9C2}" dt="2026-09-07T12:16:38.554" v="3809" actId="403"/>
        <pc:sldMkLst>
          <pc:docMk/>
          <pc:sldMk cId="2099133274" sldId="263"/>
        </pc:sldMkLst>
        <pc:spChg chg="add mod">
          <ac:chgData name="Miriam Mwongela" userId="21f91f7e34378fc6" providerId="LiveId" clId="{0FAC73D6-FCDD-4F26-A314-26E12106D9C2}" dt="2026-09-07T11:33:05.446" v="3607" actId="404"/>
          <ac:spMkLst>
            <pc:docMk/>
            <pc:sldMk cId="2099133274" sldId="263"/>
            <ac:spMk id="2" creationId="{B68B1B02-035E-8384-FF47-669DD916F830}"/>
          </ac:spMkLst>
        </pc:spChg>
        <pc:spChg chg="add del mod">
          <ac:chgData name="Miriam Mwongela" userId="21f91f7e34378fc6" providerId="LiveId" clId="{0FAC73D6-FCDD-4F26-A314-26E12106D9C2}" dt="2026-09-06T06:05:25.761" v="2372" actId="478"/>
          <ac:spMkLst>
            <pc:docMk/>
            <pc:sldMk cId="2099133274" sldId="263"/>
            <ac:spMk id="5" creationId="{C065086C-A409-96D3-A518-5973B1F27814}"/>
          </ac:spMkLst>
        </pc:spChg>
        <pc:spChg chg="add del mod">
          <ac:chgData name="Miriam Mwongela" userId="21f91f7e34378fc6" providerId="LiveId" clId="{0FAC73D6-FCDD-4F26-A314-26E12106D9C2}" dt="2026-09-07T07:08:44.372" v="3107" actId="21"/>
          <ac:spMkLst>
            <pc:docMk/>
            <pc:sldMk cId="2099133274" sldId="263"/>
            <ac:spMk id="6" creationId="{982C6D5D-7722-09DB-5306-DBB30C431BE0}"/>
          </ac:spMkLst>
        </pc:spChg>
        <pc:spChg chg="add del mod">
          <ac:chgData name="Miriam Mwongela" userId="21f91f7e34378fc6" providerId="LiveId" clId="{0FAC73D6-FCDD-4F26-A314-26E12106D9C2}" dt="2026-09-07T07:06:57.370" v="3087"/>
          <ac:spMkLst>
            <pc:docMk/>
            <pc:sldMk cId="2099133274" sldId="263"/>
            <ac:spMk id="7" creationId="{7F2BD17C-65E4-9F3B-C79B-BEC490BD8226}"/>
          </ac:spMkLst>
        </pc:spChg>
        <pc:spChg chg="add del mod">
          <ac:chgData name="Miriam Mwongela" userId="21f91f7e34378fc6" providerId="LiveId" clId="{0FAC73D6-FCDD-4F26-A314-26E12106D9C2}" dt="2026-09-06T07:30:28.867" v="2705"/>
          <ac:spMkLst>
            <pc:docMk/>
            <pc:sldMk cId="2099133274" sldId="263"/>
            <ac:spMk id="8" creationId="{115A4A39-A87A-4788-2F50-7FB9D50CC102}"/>
          </ac:spMkLst>
        </pc:spChg>
        <pc:spChg chg="add mod">
          <ac:chgData name="Miriam Mwongela" userId="21f91f7e34378fc6" providerId="LiveId" clId="{0FAC73D6-FCDD-4F26-A314-26E12106D9C2}" dt="2026-09-07T11:38:06.043" v="3615" actId="1076"/>
          <ac:spMkLst>
            <pc:docMk/>
            <pc:sldMk cId="2099133274" sldId="263"/>
            <ac:spMk id="13" creationId="{16EED009-38A1-AB12-FEF2-4491C20058D4}"/>
          </ac:spMkLst>
        </pc:spChg>
        <pc:spChg chg="add mod">
          <ac:chgData name="Miriam Mwongela" userId="21f91f7e34378fc6" providerId="LiveId" clId="{0FAC73D6-FCDD-4F26-A314-26E12106D9C2}" dt="2026-09-07T11:38:14.068" v="3616" actId="1076"/>
          <ac:spMkLst>
            <pc:docMk/>
            <pc:sldMk cId="2099133274" sldId="263"/>
            <ac:spMk id="15" creationId="{C206EA93-F17B-8F09-A500-023A050756A9}"/>
          </ac:spMkLst>
        </pc:spChg>
        <pc:spChg chg="add mod">
          <ac:chgData name="Miriam Mwongela" userId="21f91f7e34378fc6" providerId="LiveId" clId="{0FAC73D6-FCDD-4F26-A314-26E12106D9C2}" dt="2026-09-07T12:16:38.554" v="3809" actId="403"/>
          <ac:spMkLst>
            <pc:docMk/>
            <pc:sldMk cId="2099133274" sldId="263"/>
            <ac:spMk id="17" creationId="{F6A6EC1B-8A2E-BEDF-36D1-6EC28433F2F4}"/>
          </ac:spMkLst>
        </pc:spChg>
        <pc:spChg chg="add mod">
          <ac:chgData name="Miriam Mwongela" userId="21f91f7e34378fc6" providerId="LiveId" clId="{0FAC73D6-FCDD-4F26-A314-26E12106D9C2}" dt="2026-09-07T11:56:30.317" v="3763" actId="21"/>
          <ac:spMkLst>
            <pc:docMk/>
            <pc:sldMk cId="2099133274" sldId="263"/>
            <ac:spMk id="21" creationId="{A3FDAAA5-0EE0-952E-DEF4-445A1F9B8901}"/>
          </ac:spMkLst>
        </pc:spChg>
        <pc:spChg chg="add mod">
          <ac:chgData name="Miriam Mwongela" userId="21f91f7e34378fc6" providerId="LiveId" clId="{0FAC73D6-FCDD-4F26-A314-26E12106D9C2}" dt="2026-09-07T12:01:23.124" v="3795" actId="1076"/>
          <ac:spMkLst>
            <pc:docMk/>
            <pc:sldMk cId="2099133274" sldId="263"/>
            <ac:spMk id="23" creationId="{D6BB844F-0AC3-BBEB-DD2D-F467C1110054}"/>
          </ac:spMkLst>
        </pc:spChg>
        <pc:spChg chg="add mod">
          <ac:chgData name="Miriam Mwongela" userId="21f91f7e34378fc6" providerId="LiveId" clId="{0FAC73D6-FCDD-4F26-A314-26E12106D9C2}" dt="2026-09-07T12:01:33.879" v="3797" actId="1076"/>
          <ac:spMkLst>
            <pc:docMk/>
            <pc:sldMk cId="2099133274" sldId="263"/>
            <ac:spMk id="25" creationId="{8117D7BA-59F3-3248-F6E0-851BB0E169FF}"/>
          </ac:spMkLst>
        </pc:spChg>
        <pc:spChg chg="add mod">
          <ac:chgData name="Miriam Mwongela" userId="21f91f7e34378fc6" providerId="LiveId" clId="{0FAC73D6-FCDD-4F26-A314-26E12106D9C2}" dt="2026-09-07T11:56:46.296" v="3767" actId="1076"/>
          <ac:spMkLst>
            <pc:docMk/>
            <pc:sldMk cId="2099133274" sldId="263"/>
            <ac:spMk id="27" creationId="{6FDE62A3-5CBD-B3A0-F7E5-5C98758632D8}"/>
          </ac:spMkLst>
        </pc:spChg>
        <pc:grpChg chg="add mod">
          <ac:chgData name="Miriam Mwongela" userId="21f91f7e34378fc6" providerId="LiveId" clId="{0FAC73D6-FCDD-4F26-A314-26E12106D9C2}" dt="2026-09-07T12:01:17.509" v="3794" actId="14100"/>
          <ac:grpSpMkLst>
            <pc:docMk/>
            <pc:sldMk cId="2099133274" sldId="263"/>
            <ac:grpSpMk id="11" creationId="{D409B37C-E434-914D-DD5D-964E9FD4E0B5}"/>
          </ac:grpSpMkLst>
        </pc:grpChg>
        <pc:picChg chg="add del mod">
          <ac:chgData name="Miriam Mwongela" userId="21f91f7e34378fc6" providerId="LiveId" clId="{0FAC73D6-FCDD-4F26-A314-26E12106D9C2}" dt="2026-09-06T06:05:19.110" v="2371" actId="478"/>
          <ac:picMkLst>
            <pc:docMk/>
            <pc:sldMk cId="2099133274" sldId="263"/>
            <ac:picMk id="3" creationId="{2C6F5374-0DC8-2F85-9A6F-52E51FCD63EA}"/>
          </ac:picMkLst>
        </pc:picChg>
        <pc:picChg chg="add del mod">
          <ac:chgData name="Miriam Mwongela" userId="21f91f7e34378fc6" providerId="LiveId" clId="{0FAC73D6-FCDD-4F26-A314-26E12106D9C2}" dt="2026-09-07T07:05:57.213" v="3076" actId="21"/>
          <ac:picMkLst>
            <pc:docMk/>
            <pc:sldMk cId="2099133274" sldId="263"/>
            <ac:picMk id="4" creationId="{468D6F7E-396A-8E33-E48E-047ACDC224A3}"/>
          </ac:picMkLst>
        </pc:picChg>
        <pc:picChg chg="add mod">
          <ac:chgData name="Miriam Mwongela" userId="21f91f7e34378fc6" providerId="LiveId" clId="{0FAC73D6-FCDD-4F26-A314-26E12106D9C2}" dt="2026-09-07T12:01:14.150" v="3793" actId="14100"/>
          <ac:picMkLst>
            <pc:docMk/>
            <pc:sldMk cId="2099133274" sldId="263"/>
            <ac:picMk id="4" creationId="{D41D2E48-104A-C49F-3917-9F7C43C48812}"/>
          </ac:picMkLst>
        </pc:picChg>
        <pc:picChg chg="add del mod">
          <ac:chgData name="Miriam Mwongela" userId="21f91f7e34378fc6" providerId="LiveId" clId="{0FAC73D6-FCDD-4F26-A314-26E12106D9C2}" dt="2026-09-07T10:37:30.543" v="3513" actId="478"/>
          <ac:picMkLst>
            <pc:docMk/>
            <pc:sldMk cId="2099133274" sldId="263"/>
            <ac:picMk id="6" creationId="{29EE362B-52F9-F5E1-807C-65E41F3CBDBA}"/>
          </ac:picMkLst>
        </pc:picChg>
        <pc:picChg chg="add mod">
          <ac:chgData name="Miriam Mwongela" userId="21f91f7e34378fc6" providerId="LiveId" clId="{0FAC73D6-FCDD-4F26-A314-26E12106D9C2}" dt="2026-09-07T10:38:45.009" v="3521" actId="164"/>
          <ac:picMkLst>
            <pc:docMk/>
            <pc:sldMk cId="2099133274" sldId="263"/>
            <ac:picMk id="8" creationId="{8E8B27DE-2E14-CDCE-01E4-1170A2D58BE4}"/>
          </ac:picMkLst>
        </pc:picChg>
        <pc:picChg chg="add mod">
          <ac:chgData name="Miriam Mwongela" userId="21f91f7e34378fc6" providerId="LiveId" clId="{0FAC73D6-FCDD-4F26-A314-26E12106D9C2}" dt="2026-09-07T10:38:45.009" v="3521" actId="164"/>
          <ac:picMkLst>
            <pc:docMk/>
            <pc:sldMk cId="2099133274" sldId="263"/>
            <ac:picMk id="10" creationId="{50272FE1-9E38-56ED-097A-A95CD0E9B5F3}"/>
          </ac:picMkLst>
        </pc:picChg>
        <pc:picChg chg="add del mod">
          <ac:chgData name="Miriam Mwongela" userId="21f91f7e34378fc6" providerId="LiveId" clId="{0FAC73D6-FCDD-4F26-A314-26E12106D9C2}" dt="2026-09-07T10:52:19.048" v="3567" actId="478"/>
          <ac:picMkLst>
            <pc:docMk/>
            <pc:sldMk cId="2099133274" sldId="263"/>
            <ac:picMk id="19" creationId="{C476844A-984A-82C7-C7C8-87BAC95F0982}"/>
          </ac:picMkLst>
        </pc:picChg>
      </pc:sldChg>
      <pc:sldChg chg="addSp delSp modSp new mod ord">
        <pc:chgData name="Miriam Mwongela" userId="21f91f7e34378fc6" providerId="LiveId" clId="{0FAC73D6-FCDD-4F26-A314-26E12106D9C2}" dt="2026-09-06T07:00:06.393" v="2594" actId="1076"/>
        <pc:sldMkLst>
          <pc:docMk/>
          <pc:sldMk cId="2619099387" sldId="264"/>
        </pc:sldMkLst>
        <pc:spChg chg="add mod">
          <ac:chgData name="Miriam Mwongela" userId="21f91f7e34378fc6" providerId="LiveId" clId="{0FAC73D6-FCDD-4F26-A314-26E12106D9C2}" dt="2026-09-06T06:59:40.516" v="2592" actId="20577"/>
          <ac:spMkLst>
            <pc:docMk/>
            <pc:sldMk cId="2619099387" sldId="264"/>
            <ac:spMk id="8" creationId="{A53A4EF5-71D2-9F4C-BA9B-6E76C51AAA43}"/>
          </ac:spMkLst>
        </pc:spChg>
        <pc:spChg chg="add mod">
          <ac:chgData name="Miriam Mwongela" userId="21f91f7e34378fc6" providerId="LiveId" clId="{0FAC73D6-FCDD-4F26-A314-26E12106D9C2}" dt="2026-09-06T06:59:58.924" v="2593" actId="1076"/>
          <ac:spMkLst>
            <pc:docMk/>
            <pc:sldMk cId="2619099387" sldId="264"/>
            <ac:spMk id="10" creationId="{D2FA3B29-7684-B96A-1DBD-CED2220670BE}"/>
          </ac:spMkLst>
        </pc:spChg>
        <pc:spChg chg="add mod">
          <ac:chgData name="Miriam Mwongela" userId="21f91f7e34378fc6" providerId="LiveId" clId="{0FAC73D6-FCDD-4F26-A314-26E12106D9C2}" dt="2026-09-06T06:04:57.842" v="2369" actId="14100"/>
          <ac:spMkLst>
            <pc:docMk/>
            <pc:sldMk cId="2619099387" sldId="264"/>
            <ac:spMk id="12" creationId="{ECCE997F-82B9-785B-4081-251B5F54ED95}"/>
          </ac:spMkLst>
        </pc:spChg>
        <pc:spChg chg="add mod">
          <ac:chgData name="Miriam Mwongela" userId="21f91f7e34378fc6" providerId="LiveId" clId="{0FAC73D6-FCDD-4F26-A314-26E12106D9C2}" dt="2026-09-06T07:00:06.393" v="2594" actId="1076"/>
          <ac:spMkLst>
            <pc:docMk/>
            <pc:sldMk cId="2619099387" sldId="264"/>
            <ac:spMk id="14" creationId="{FFCBE4D3-82EB-9A2C-7370-BA926658D777}"/>
          </ac:spMkLst>
        </pc:spChg>
        <pc:picChg chg="add del">
          <ac:chgData name="Miriam Mwongela" userId="21f91f7e34378fc6" providerId="LiveId" clId="{0FAC73D6-FCDD-4F26-A314-26E12106D9C2}" dt="2026-09-06T02:07:22.865" v="2052" actId="478"/>
          <ac:picMkLst>
            <pc:docMk/>
            <pc:sldMk cId="2619099387" sldId="264"/>
            <ac:picMk id="3" creationId="{318EE411-6580-B085-A2D5-900D34407850}"/>
          </ac:picMkLst>
        </pc:picChg>
        <pc:picChg chg="add del mod">
          <ac:chgData name="Miriam Mwongela" userId="21f91f7e34378fc6" providerId="LiveId" clId="{0FAC73D6-FCDD-4F26-A314-26E12106D9C2}" dt="2026-09-06T02:31:55.752" v="2058" actId="478"/>
          <ac:picMkLst>
            <pc:docMk/>
            <pc:sldMk cId="2619099387" sldId="264"/>
            <ac:picMk id="5" creationId="{630FF6AD-05AF-080C-B89B-ABBA556ED721}"/>
          </ac:picMkLst>
        </pc:picChg>
        <pc:picChg chg="add mod">
          <ac:chgData name="Miriam Mwongela" userId="21f91f7e34378fc6" providerId="LiveId" clId="{0FAC73D6-FCDD-4F26-A314-26E12106D9C2}" dt="2026-09-06T02:32:10.974" v="2061" actId="14100"/>
          <ac:picMkLst>
            <pc:docMk/>
            <pc:sldMk cId="2619099387" sldId="264"/>
            <ac:picMk id="7" creationId="{EBCAEF89-41B7-CB2F-A44B-7CCCFC2CDF65}"/>
          </ac:picMkLst>
        </pc:picChg>
      </pc:sldChg>
      <pc:sldChg chg="addSp modSp new mod">
        <pc:chgData name="Miriam Mwongela" userId="21f91f7e34378fc6" providerId="LiveId" clId="{0FAC73D6-FCDD-4F26-A314-26E12106D9C2}" dt="2026-09-06T07:48:22.858" v="2783" actId="1076"/>
        <pc:sldMkLst>
          <pc:docMk/>
          <pc:sldMk cId="1539283923" sldId="265"/>
        </pc:sldMkLst>
        <pc:spChg chg="add mod">
          <ac:chgData name="Miriam Mwongela" userId="21f91f7e34378fc6" providerId="LiveId" clId="{0FAC73D6-FCDD-4F26-A314-26E12106D9C2}" dt="2026-09-06T07:47:51.848" v="2780" actId="14100"/>
          <ac:spMkLst>
            <pc:docMk/>
            <pc:sldMk cId="1539283923" sldId="265"/>
            <ac:spMk id="3" creationId="{2F8FDE04-882D-CFD8-0F91-1CFEDE841499}"/>
          </ac:spMkLst>
        </pc:spChg>
        <pc:spChg chg="add mod">
          <ac:chgData name="Miriam Mwongela" userId="21f91f7e34378fc6" providerId="LiveId" clId="{0FAC73D6-FCDD-4F26-A314-26E12106D9C2}" dt="2026-09-06T07:48:17.522" v="2782" actId="20577"/>
          <ac:spMkLst>
            <pc:docMk/>
            <pc:sldMk cId="1539283923" sldId="265"/>
            <ac:spMk id="5" creationId="{AA39C010-0D6D-A17A-821F-477BABE8D952}"/>
          </ac:spMkLst>
        </pc:spChg>
        <pc:spChg chg="add mod">
          <ac:chgData name="Miriam Mwongela" userId="21f91f7e34378fc6" providerId="LiveId" clId="{0FAC73D6-FCDD-4F26-A314-26E12106D9C2}" dt="2026-09-06T07:48:22.858" v="2783" actId="1076"/>
          <ac:spMkLst>
            <pc:docMk/>
            <pc:sldMk cId="1539283923" sldId="265"/>
            <ac:spMk id="6" creationId="{D1C63E7C-23FE-7E47-6FBD-EC1BB065C3C8}"/>
          </ac:spMkLst>
        </pc:spChg>
      </pc:sldChg>
      <pc:sldChg chg="addSp delSp modSp new mod">
        <pc:chgData name="Miriam Mwongela" userId="21f91f7e34378fc6" providerId="LiveId" clId="{0FAC73D6-FCDD-4F26-A314-26E12106D9C2}" dt="2026-09-07T11:48:50.650" v="3698" actId="14100"/>
        <pc:sldMkLst>
          <pc:docMk/>
          <pc:sldMk cId="3724359896" sldId="266"/>
        </pc:sldMkLst>
        <pc:spChg chg="add mod">
          <ac:chgData name="Miriam Mwongela" userId="21f91f7e34378fc6" providerId="LiveId" clId="{0FAC73D6-FCDD-4F26-A314-26E12106D9C2}" dt="2026-09-03T19:37:25.990" v="1532" actId="20577"/>
          <ac:spMkLst>
            <pc:docMk/>
            <pc:sldMk cId="3724359896" sldId="266"/>
            <ac:spMk id="3" creationId="{4679D281-E684-63D0-E13A-B2A306FB890F}"/>
          </ac:spMkLst>
        </pc:spChg>
        <pc:spChg chg="add mod">
          <ac:chgData name="Miriam Mwongela" userId="21f91f7e34378fc6" providerId="LiveId" clId="{0FAC73D6-FCDD-4F26-A314-26E12106D9C2}" dt="2026-09-07T11:46:46.964" v="3668" actId="1076"/>
          <ac:spMkLst>
            <pc:docMk/>
            <pc:sldMk cId="3724359896" sldId="266"/>
            <ac:spMk id="5" creationId="{57A7C069-C47A-03FD-03FA-E1F9A876F069}"/>
          </ac:spMkLst>
        </pc:spChg>
        <pc:spChg chg="add mod">
          <ac:chgData name="Miriam Mwongela" userId="21f91f7e34378fc6" providerId="LiveId" clId="{0FAC73D6-FCDD-4F26-A314-26E12106D9C2}" dt="2026-09-07T11:46:51.942" v="3669" actId="1076"/>
          <ac:spMkLst>
            <pc:docMk/>
            <pc:sldMk cId="3724359896" sldId="266"/>
            <ac:spMk id="7" creationId="{C87EF0CB-4155-8ED4-C2BF-D14EE1ABE56E}"/>
          </ac:spMkLst>
        </pc:spChg>
        <pc:spChg chg="add mod">
          <ac:chgData name="Miriam Mwongela" userId="21f91f7e34378fc6" providerId="LiveId" clId="{0FAC73D6-FCDD-4F26-A314-26E12106D9C2}" dt="2026-09-07T11:47:00.504" v="3671" actId="1076"/>
          <ac:spMkLst>
            <pc:docMk/>
            <pc:sldMk cId="3724359896" sldId="266"/>
            <ac:spMk id="9" creationId="{E498F716-95CD-7200-F716-058D3255D891}"/>
          </ac:spMkLst>
        </pc:spChg>
        <pc:spChg chg="add mod">
          <ac:chgData name="Miriam Mwongela" userId="21f91f7e34378fc6" providerId="LiveId" clId="{0FAC73D6-FCDD-4F26-A314-26E12106D9C2}" dt="2026-09-07T11:48:50.650" v="3698" actId="14100"/>
          <ac:spMkLst>
            <pc:docMk/>
            <pc:sldMk cId="3724359896" sldId="266"/>
            <ac:spMk id="10" creationId="{3DCED32B-D1C1-9E0E-0B5C-E1D1D125551A}"/>
          </ac:spMkLst>
        </pc:spChg>
        <pc:spChg chg="add mod">
          <ac:chgData name="Miriam Mwongela" userId="21f91f7e34378fc6" providerId="LiveId" clId="{0FAC73D6-FCDD-4F26-A314-26E12106D9C2}" dt="2026-09-07T11:47:08.711" v="3673" actId="1076"/>
          <ac:spMkLst>
            <pc:docMk/>
            <pc:sldMk cId="3724359896" sldId="266"/>
            <ac:spMk id="11" creationId="{8A76AB55-FA08-D12E-3CFF-E30A97CFD77D}"/>
          </ac:spMkLst>
        </pc:spChg>
        <pc:spChg chg="add mod">
          <ac:chgData name="Miriam Mwongela" userId="21f91f7e34378fc6" providerId="LiveId" clId="{0FAC73D6-FCDD-4F26-A314-26E12106D9C2}" dt="2026-09-07T11:48:22.912" v="3691" actId="14100"/>
          <ac:spMkLst>
            <pc:docMk/>
            <pc:sldMk cId="3724359896" sldId="266"/>
            <ac:spMk id="17" creationId="{A71A3359-442B-2EEF-CC56-04C3BF343A96}"/>
          </ac:spMkLst>
        </pc:spChg>
        <pc:spChg chg="add mod">
          <ac:chgData name="Miriam Mwongela" userId="21f91f7e34378fc6" providerId="LiveId" clId="{0FAC73D6-FCDD-4F26-A314-26E12106D9C2}" dt="2026-09-07T11:48:29.034" v="3693" actId="14100"/>
          <ac:spMkLst>
            <pc:docMk/>
            <pc:sldMk cId="3724359896" sldId="266"/>
            <ac:spMk id="19" creationId="{F1037118-8F87-1454-A6E3-F086DE1D7FDA}"/>
          </ac:spMkLst>
        </pc:spChg>
        <pc:spChg chg="add mod">
          <ac:chgData name="Miriam Mwongela" userId="21f91f7e34378fc6" providerId="LiveId" clId="{0FAC73D6-FCDD-4F26-A314-26E12106D9C2}" dt="2026-09-07T11:46:42.248" v="3667" actId="1076"/>
          <ac:spMkLst>
            <pc:docMk/>
            <pc:sldMk cId="3724359896" sldId="266"/>
            <ac:spMk id="21" creationId="{ABAAC7CC-E2B8-C652-F5B4-4A980C70AC0C}"/>
          </ac:spMkLst>
        </pc:spChg>
        <pc:picChg chg="add mod">
          <ac:chgData name="Miriam Mwongela" userId="21f91f7e34378fc6" providerId="LiveId" clId="{0FAC73D6-FCDD-4F26-A314-26E12106D9C2}" dt="2026-09-07T11:48:15.088" v="3689" actId="1076"/>
          <ac:picMkLst>
            <pc:docMk/>
            <pc:sldMk cId="3724359896" sldId="266"/>
            <ac:picMk id="4" creationId="{7E890CE1-013F-B144-6D18-E9728F1D7AC0}"/>
          </ac:picMkLst>
        </pc:picChg>
        <pc:picChg chg="add mod">
          <ac:chgData name="Miriam Mwongela" userId="21f91f7e34378fc6" providerId="LiveId" clId="{0FAC73D6-FCDD-4F26-A314-26E12106D9C2}" dt="2026-09-07T11:48:07.064" v="3688" actId="14100"/>
          <ac:picMkLst>
            <pc:docMk/>
            <pc:sldMk cId="3724359896" sldId="266"/>
            <ac:picMk id="6" creationId="{2A8A3A4A-ADC4-4A8A-962B-9BD49515E923}"/>
          </ac:picMkLst>
        </pc:picChg>
        <pc:picChg chg="add mod">
          <ac:chgData name="Miriam Mwongela" userId="21f91f7e34378fc6" providerId="LiveId" clId="{0FAC73D6-FCDD-4F26-A314-26E12106D9C2}" dt="2026-09-07T11:47:46.300" v="3681" actId="14100"/>
          <ac:picMkLst>
            <pc:docMk/>
            <pc:sldMk cId="3724359896" sldId="266"/>
            <ac:picMk id="13" creationId="{105537DD-E5EC-4273-268E-A79F1AC7D1BD}"/>
          </ac:picMkLst>
        </pc:picChg>
      </pc:sldChg>
      <pc:sldChg chg="addSp delSp modSp new mod">
        <pc:chgData name="Miriam Mwongela" userId="21f91f7e34378fc6" providerId="LiveId" clId="{0FAC73D6-FCDD-4F26-A314-26E12106D9C2}" dt="2026-09-07T11:53:01.318" v="3741" actId="1076"/>
        <pc:sldMkLst>
          <pc:docMk/>
          <pc:sldMk cId="203006210" sldId="267"/>
        </pc:sldMkLst>
        <pc:spChg chg="add del mod">
          <ac:chgData name="Miriam Mwongela" userId="21f91f7e34378fc6" providerId="LiveId" clId="{0FAC73D6-FCDD-4F26-A314-26E12106D9C2}" dt="2026-09-07T07:05:11.202" v="3074"/>
          <ac:spMkLst>
            <pc:docMk/>
            <pc:sldMk cId="203006210" sldId="267"/>
            <ac:spMk id="4" creationId="{64D9EDE5-20C8-7476-0AE9-C41799E2F970}"/>
          </ac:spMkLst>
        </pc:spChg>
        <pc:spChg chg="add mod">
          <ac:chgData name="Miriam Mwongela" userId="21f91f7e34378fc6" providerId="LiveId" clId="{0FAC73D6-FCDD-4F26-A314-26E12106D9C2}" dt="2026-09-07T07:05:10.725" v="3072" actId="14100"/>
          <ac:spMkLst>
            <pc:docMk/>
            <pc:sldMk cId="203006210" sldId="267"/>
            <ac:spMk id="7" creationId="{28FDE53B-C85B-0663-903A-4BBAE77DD6B8}"/>
          </ac:spMkLst>
        </pc:spChg>
        <pc:picChg chg="add mod">
          <ac:chgData name="Miriam Mwongela" userId="21f91f7e34378fc6" providerId="LiveId" clId="{0FAC73D6-FCDD-4F26-A314-26E12106D9C2}" dt="2026-09-07T07:04:29.192" v="3063" actId="14100"/>
          <ac:picMkLst>
            <pc:docMk/>
            <pc:sldMk cId="203006210" sldId="267"/>
            <ac:picMk id="3" creationId="{A4B9DFCA-7AE1-FF73-CDBD-498CF37CCB35}"/>
          </ac:picMkLst>
        </pc:picChg>
        <pc:picChg chg="add mod">
          <ac:chgData name="Miriam Mwongela" userId="21f91f7e34378fc6" providerId="LiveId" clId="{0FAC73D6-FCDD-4F26-A314-26E12106D9C2}" dt="2026-09-07T11:53:01.318" v="3741" actId="1076"/>
          <ac:picMkLst>
            <pc:docMk/>
            <pc:sldMk cId="203006210" sldId="267"/>
            <ac:picMk id="5" creationId="{C16BDBCE-588A-1307-22A0-3E39F06E909F}"/>
          </ac:picMkLst>
        </pc:picChg>
      </pc:sldChg>
      <pc:sldChg chg="addSp modSp new mod">
        <pc:chgData name="Miriam Mwongela" userId="21f91f7e34378fc6" providerId="LiveId" clId="{0FAC73D6-FCDD-4F26-A314-26E12106D9C2}" dt="2026-09-07T07:28:39.472" v="3204" actId="113"/>
        <pc:sldMkLst>
          <pc:docMk/>
          <pc:sldMk cId="3613342655" sldId="268"/>
        </pc:sldMkLst>
        <pc:spChg chg="add mod">
          <ac:chgData name="Miriam Mwongela" userId="21f91f7e34378fc6" providerId="LiveId" clId="{0FAC73D6-FCDD-4F26-A314-26E12106D9C2}" dt="2026-09-07T07:16:13.264" v="3157" actId="20577"/>
          <ac:spMkLst>
            <pc:docMk/>
            <pc:sldMk cId="3613342655" sldId="268"/>
            <ac:spMk id="3" creationId="{C5D0ABB3-6C40-4F9E-8A1A-7ED79BD2157B}"/>
          </ac:spMkLst>
        </pc:spChg>
        <pc:spChg chg="add mod">
          <ac:chgData name="Miriam Mwongela" userId="21f91f7e34378fc6" providerId="LiveId" clId="{0FAC73D6-FCDD-4F26-A314-26E12106D9C2}" dt="2026-09-07T07:16:42.663" v="3162" actId="1076"/>
          <ac:spMkLst>
            <pc:docMk/>
            <pc:sldMk cId="3613342655" sldId="268"/>
            <ac:spMk id="4" creationId="{8FADF8FB-40F3-124D-397F-FC81E67D1835}"/>
          </ac:spMkLst>
        </pc:spChg>
        <pc:spChg chg="add mod">
          <ac:chgData name="Miriam Mwongela" userId="21f91f7e34378fc6" providerId="LiveId" clId="{0FAC73D6-FCDD-4F26-A314-26E12106D9C2}" dt="2026-09-07T07:16:18.438" v="3158" actId="1076"/>
          <ac:spMkLst>
            <pc:docMk/>
            <pc:sldMk cId="3613342655" sldId="268"/>
            <ac:spMk id="5" creationId="{1F6089CA-DAAF-DD09-094D-FE46256837FD}"/>
          </ac:spMkLst>
        </pc:spChg>
        <pc:spChg chg="add mod">
          <ac:chgData name="Miriam Mwongela" userId="21f91f7e34378fc6" providerId="LiveId" clId="{0FAC73D6-FCDD-4F26-A314-26E12106D9C2}" dt="2026-09-07T07:21:33.928" v="3195" actId="12"/>
          <ac:spMkLst>
            <pc:docMk/>
            <pc:sldMk cId="3613342655" sldId="268"/>
            <ac:spMk id="7" creationId="{8AFFF23B-6465-28EB-307B-13427D01573E}"/>
          </ac:spMkLst>
        </pc:spChg>
        <pc:spChg chg="add mod">
          <ac:chgData name="Miriam Mwongela" userId="21f91f7e34378fc6" providerId="LiveId" clId="{0FAC73D6-FCDD-4F26-A314-26E12106D9C2}" dt="2026-09-07T07:16:23.834" v="3159" actId="1076"/>
          <ac:spMkLst>
            <pc:docMk/>
            <pc:sldMk cId="3613342655" sldId="268"/>
            <ac:spMk id="8" creationId="{EFDBCB2D-5E34-EFDA-15D1-9510AE4E883E}"/>
          </ac:spMkLst>
        </pc:spChg>
        <pc:spChg chg="add mod">
          <ac:chgData name="Miriam Mwongela" userId="21f91f7e34378fc6" providerId="LiveId" clId="{0FAC73D6-FCDD-4F26-A314-26E12106D9C2}" dt="2026-09-07T07:21:50.440" v="3197" actId="14100"/>
          <ac:spMkLst>
            <pc:docMk/>
            <pc:sldMk cId="3613342655" sldId="268"/>
            <ac:spMk id="9" creationId="{BD80124F-0D0E-10BF-D7D9-93B9AAA9C807}"/>
          </ac:spMkLst>
        </pc:spChg>
        <pc:spChg chg="add mod">
          <ac:chgData name="Miriam Mwongela" userId="21f91f7e34378fc6" providerId="LiveId" clId="{0FAC73D6-FCDD-4F26-A314-26E12106D9C2}" dt="2026-09-07T07:15:56.068" v="3153" actId="404"/>
          <ac:spMkLst>
            <pc:docMk/>
            <pc:sldMk cId="3613342655" sldId="268"/>
            <ac:spMk id="10" creationId="{B2CBE8AC-70FD-01B8-210C-073A89766820}"/>
          </ac:spMkLst>
        </pc:spChg>
        <pc:spChg chg="add mod">
          <ac:chgData name="Miriam Mwongela" userId="21f91f7e34378fc6" providerId="LiveId" clId="{0FAC73D6-FCDD-4F26-A314-26E12106D9C2}" dt="2026-09-07T07:15:56.068" v="3153" actId="404"/>
          <ac:spMkLst>
            <pc:docMk/>
            <pc:sldMk cId="3613342655" sldId="268"/>
            <ac:spMk id="12" creationId="{F606F24D-553D-BF7B-C547-8360FFEBD9CB}"/>
          </ac:spMkLst>
        </pc:spChg>
        <pc:spChg chg="add mod">
          <ac:chgData name="Miriam Mwongela" userId="21f91f7e34378fc6" providerId="LiveId" clId="{0FAC73D6-FCDD-4F26-A314-26E12106D9C2}" dt="2026-09-07T07:17:37.006" v="3173" actId="14100"/>
          <ac:spMkLst>
            <pc:docMk/>
            <pc:sldMk cId="3613342655" sldId="268"/>
            <ac:spMk id="13" creationId="{6D2BF103-A8B6-A259-E65D-1202C349AD97}"/>
          </ac:spMkLst>
        </pc:spChg>
        <pc:spChg chg="add mod">
          <ac:chgData name="Miriam Mwongela" userId="21f91f7e34378fc6" providerId="LiveId" clId="{0FAC73D6-FCDD-4F26-A314-26E12106D9C2}" dt="2026-09-07T07:16:36.500" v="3161" actId="1076"/>
          <ac:spMkLst>
            <pc:docMk/>
            <pc:sldMk cId="3613342655" sldId="268"/>
            <ac:spMk id="14" creationId="{33C88988-1D4F-E78D-60AD-FA40FA896AF1}"/>
          </ac:spMkLst>
        </pc:spChg>
        <pc:spChg chg="add mod">
          <ac:chgData name="Miriam Mwongela" userId="21f91f7e34378fc6" providerId="LiveId" clId="{0FAC73D6-FCDD-4F26-A314-26E12106D9C2}" dt="2026-09-07T07:20:14.616" v="3192" actId="404"/>
          <ac:spMkLst>
            <pc:docMk/>
            <pc:sldMk cId="3613342655" sldId="268"/>
            <ac:spMk id="16" creationId="{113A611D-3C63-E080-9A97-BCB944F0BDB0}"/>
          </ac:spMkLst>
        </pc:spChg>
        <pc:spChg chg="add mod">
          <ac:chgData name="Miriam Mwongela" userId="21f91f7e34378fc6" providerId="LiveId" clId="{0FAC73D6-FCDD-4F26-A314-26E12106D9C2}" dt="2026-09-07T07:20:54.438" v="3194" actId="1076"/>
          <ac:spMkLst>
            <pc:docMk/>
            <pc:sldMk cId="3613342655" sldId="268"/>
            <ac:spMk id="18" creationId="{0FB2BE11-EB5E-1B01-658B-D7009244EC3F}"/>
          </ac:spMkLst>
        </pc:spChg>
        <pc:spChg chg="add mod">
          <ac:chgData name="Miriam Mwongela" userId="21f91f7e34378fc6" providerId="LiveId" clId="{0FAC73D6-FCDD-4F26-A314-26E12106D9C2}" dt="2026-09-07T07:28:39.472" v="3204" actId="113"/>
          <ac:spMkLst>
            <pc:docMk/>
            <pc:sldMk cId="3613342655" sldId="268"/>
            <ac:spMk id="20" creationId="{026D46C9-60C5-5F8B-4A5B-64952761BF89}"/>
          </ac:spMkLst>
        </pc:spChg>
      </pc:sldChg>
      <pc:sldChg chg="addSp delSp modSp new mod">
        <pc:chgData name="Miriam Mwongela" userId="21f91f7e34378fc6" providerId="LiveId" clId="{0FAC73D6-FCDD-4F26-A314-26E12106D9C2}" dt="2026-09-07T12:18:02.523" v="3821" actId="1076"/>
        <pc:sldMkLst>
          <pc:docMk/>
          <pc:sldMk cId="3961065897" sldId="269"/>
        </pc:sldMkLst>
        <pc:spChg chg="add del mod">
          <ac:chgData name="Miriam Mwongela" userId="21f91f7e34378fc6" providerId="LiveId" clId="{0FAC73D6-FCDD-4F26-A314-26E12106D9C2}" dt="2026-09-07T07:17:00.222" v="3164" actId="21"/>
          <ac:spMkLst>
            <pc:docMk/>
            <pc:sldMk cId="3961065897" sldId="269"/>
            <ac:spMk id="3" creationId="{4E339180-612D-93FE-A278-50468307C2B4}"/>
          </ac:spMkLst>
        </pc:spChg>
        <pc:spChg chg="add mod">
          <ac:chgData name="Miriam Mwongela" userId="21f91f7e34378fc6" providerId="LiveId" clId="{0FAC73D6-FCDD-4F26-A314-26E12106D9C2}" dt="2026-09-07T12:17:55.993" v="3820" actId="1076"/>
          <ac:spMkLst>
            <pc:docMk/>
            <pc:sldMk cId="3961065897" sldId="269"/>
            <ac:spMk id="3" creationId="{AADBC8BA-5605-7B9D-F1FD-D87809C793C8}"/>
          </ac:spMkLst>
        </pc:spChg>
        <pc:spChg chg="add del">
          <ac:chgData name="Miriam Mwongela" userId="21f91f7e34378fc6" providerId="LiveId" clId="{0FAC73D6-FCDD-4F26-A314-26E12106D9C2}" dt="2026-09-07T07:33:21.961" v="3206" actId="22"/>
          <ac:spMkLst>
            <pc:docMk/>
            <pc:sldMk cId="3961065897" sldId="269"/>
            <ac:spMk id="5" creationId="{7771ABC4-1E39-CC85-15D1-D21171556E24}"/>
          </ac:spMkLst>
        </pc:spChg>
        <pc:spChg chg="add del">
          <ac:chgData name="Miriam Mwongela" userId="21f91f7e34378fc6" providerId="LiveId" clId="{0FAC73D6-FCDD-4F26-A314-26E12106D9C2}" dt="2026-09-07T07:33:23.781" v="3208" actId="22"/>
          <ac:spMkLst>
            <pc:docMk/>
            <pc:sldMk cId="3961065897" sldId="269"/>
            <ac:spMk id="7" creationId="{7031197E-C38D-DA00-237B-C0C88B058E6B}"/>
          </ac:spMkLst>
        </pc:spChg>
        <pc:spChg chg="add del mod">
          <ac:chgData name="Miriam Mwongela" userId="21f91f7e34378fc6" providerId="LiveId" clId="{0FAC73D6-FCDD-4F26-A314-26E12106D9C2}" dt="2026-09-07T07:40:36.932" v="3355" actId="478"/>
          <ac:spMkLst>
            <pc:docMk/>
            <pc:sldMk cId="3961065897" sldId="269"/>
            <ac:spMk id="10" creationId="{5442C550-73F9-DDD0-0D5C-9A579936B1D5}"/>
          </ac:spMkLst>
        </pc:spChg>
        <pc:graphicFrameChg chg="add del mod modGraphic">
          <ac:chgData name="Miriam Mwongela" userId="21f91f7e34378fc6" providerId="LiveId" clId="{0FAC73D6-FCDD-4F26-A314-26E12106D9C2}" dt="2026-09-07T12:18:02.523" v="3821" actId="1076"/>
          <ac:graphicFrameMkLst>
            <pc:docMk/>
            <pc:sldMk cId="3961065897" sldId="269"/>
            <ac:graphicFrameMk id="8" creationId="{8B370175-EE90-CF78-A510-AED8285AA9DD}"/>
          </ac:graphicFrameMkLst>
        </pc:graphicFrameChg>
      </pc:sldChg>
      <pc:sldChg chg="addSp modSp new mod">
        <pc:chgData name="Miriam Mwongela" userId="21f91f7e34378fc6" providerId="LiveId" clId="{0FAC73D6-FCDD-4F26-A314-26E12106D9C2}" dt="2026-09-07T13:04:13.839" v="4204" actId="1076"/>
        <pc:sldMkLst>
          <pc:docMk/>
          <pc:sldMk cId="2857281533" sldId="270"/>
        </pc:sldMkLst>
        <pc:picChg chg="add mod">
          <ac:chgData name="Miriam Mwongela" userId="21f91f7e34378fc6" providerId="LiveId" clId="{0FAC73D6-FCDD-4F26-A314-26E12106D9C2}" dt="2026-09-07T13:04:13.839" v="4204" actId="1076"/>
          <ac:picMkLst>
            <pc:docMk/>
            <pc:sldMk cId="2857281533" sldId="270"/>
            <ac:picMk id="3" creationId="{B2AD5CD5-6389-65BC-B09D-5DDAEE64C498}"/>
          </ac:picMkLst>
        </pc:picChg>
      </pc:sldChg>
      <pc:sldChg chg="addSp delSp modSp new mod ord">
        <pc:chgData name="Miriam Mwongela" userId="21f91f7e34378fc6" providerId="LiveId" clId="{0FAC73D6-FCDD-4F26-A314-26E12106D9C2}" dt="2026-09-07T12:50:07.645" v="4148" actId="14100"/>
        <pc:sldMkLst>
          <pc:docMk/>
          <pc:sldMk cId="2897717964" sldId="271"/>
        </pc:sldMkLst>
        <pc:spChg chg="add mod">
          <ac:chgData name="Miriam Mwongela" userId="21f91f7e34378fc6" providerId="LiveId" clId="{0FAC73D6-FCDD-4F26-A314-26E12106D9C2}" dt="2026-09-07T12:26:36.673" v="3875" actId="122"/>
          <ac:spMkLst>
            <pc:docMk/>
            <pc:sldMk cId="2897717964" sldId="271"/>
            <ac:spMk id="6" creationId="{981A5EC7-4750-9AA0-4A20-FB7FB8EAABE4}"/>
          </ac:spMkLst>
        </pc:spChg>
        <pc:spChg chg="add mod">
          <ac:chgData name="Miriam Mwongela" userId="21f91f7e34378fc6" providerId="LiveId" clId="{0FAC73D6-FCDD-4F26-A314-26E12106D9C2}" dt="2026-09-07T12:27:46.449" v="3925" actId="1076"/>
          <ac:spMkLst>
            <pc:docMk/>
            <pc:sldMk cId="2897717964" sldId="271"/>
            <ac:spMk id="7" creationId="{34AFDBA3-91A1-B792-A148-A26D96538A41}"/>
          </ac:spMkLst>
        </pc:spChg>
        <pc:picChg chg="add del mod modCrop">
          <ac:chgData name="Miriam Mwongela" userId="21f91f7e34378fc6" providerId="LiveId" clId="{0FAC73D6-FCDD-4F26-A314-26E12106D9C2}" dt="2026-09-07T12:23:53.343" v="3831" actId="478"/>
          <ac:picMkLst>
            <pc:docMk/>
            <pc:sldMk cId="2897717964" sldId="271"/>
            <ac:picMk id="3" creationId="{403C192C-1C6F-58F5-D034-AD5D21AC698D}"/>
          </ac:picMkLst>
        </pc:picChg>
        <pc:picChg chg="add del mod">
          <ac:chgData name="Miriam Mwongela" userId="21f91f7e34378fc6" providerId="LiveId" clId="{0FAC73D6-FCDD-4F26-A314-26E12106D9C2}" dt="2026-09-07T12:48:34.513" v="4134" actId="478"/>
          <ac:picMkLst>
            <pc:docMk/>
            <pc:sldMk cId="2897717964" sldId="271"/>
            <ac:picMk id="5" creationId="{E58D6522-C996-2321-ECBA-E0CF004804F0}"/>
          </ac:picMkLst>
        </pc:picChg>
        <pc:picChg chg="add del mod">
          <ac:chgData name="Miriam Mwongela" userId="21f91f7e34378fc6" providerId="LiveId" clId="{0FAC73D6-FCDD-4F26-A314-26E12106D9C2}" dt="2026-09-07T12:49:16.510" v="4138" actId="478"/>
          <ac:picMkLst>
            <pc:docMk/>
            <pc:sldMk cId="2897717964" sldId="271"/>
            <ac:picMk id="9" creationId="{339A4A3E-A222-F917-83F4-BAACEB1B2EBB}"/>
          </ac:picMkLst>
        </pc:picChg>
        <pc:picChg chg="add mod modCrop">
          <ac:chgData name="Miriam Mwongela" userId="21f91f7e34378fc6" providerId="LiveId" clId="{0FAC73D6-FCDD-4F26-A314-26E12106D9C2}" dt="2026-09-07T12:50:07.645" v="4148" actId="14100"/>
          <ac:picMkLst>
            <pc:docMk/>
            <pc:sldMk cId="2897717964" sldId="271"/>
            <ac:picMk id="11" creationId="{073BC670-18E9-680F-6563-793FCB5AE01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298F1-15EC-1988-8F19-4B89998E41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131BA8-71E6-DD58-D755-4029863AE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B0995-E88F-1A25-2BF4-18EC17140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38D8F-7240-4A7A-AF5C-32726CFB56F0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D9FF5-7B24-119C-A310-F4A54E6CA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894D7-1658-156A-9C67-422773A79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5A08B-97FB-40B3-BA72-540E78437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43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581CB-3278-C900-D9DE-7EC71B614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CB0C7-FF2D-EF1B-9B8F-1475B0723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B46110-984C-80EF-95B0-CCEEC1066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38D8F-7240-4A7A-AF5C-32726CFB56F0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CC8CC-D584-E22F-E879-42A257260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90B2C-F2BF-CE30-1E8F-F1928D5F1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5A08B-97FB-40B3-BA72-540E78437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630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8985F-9330-B38C-7AB5-13C36A76C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0B294E-9D36-AF61-D108-827A1D5234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5FD07-012F-1118-FAF1-70A298230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38D8F-7240-4A7A-AF5C-32726CFB56F0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A5416-C836-863B-CB39-2552F4B58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5A423-0F86-9CC3-5E98-35255DFA7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5A08B-97FB-40B3-BA72-540E78437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237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5E639-55A5-0AFC-9D86-97DFE9FE0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55612-03C9-CE6F-172D-255418B7E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5DD0FB-AF9B-55ED-251F-192F3C91B0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B2876C-EEAF-41CF-0A1E-E07E0FE55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38D8F-7240-4A7A-AF5C-32726CFB56F0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65FAA2-6611-7039-FEF3-AE77A08C3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982E30-2082-1BB1-8ECA-6563C292C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5A08B-97FB-40B3-BA72-540E78437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791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D16F0-90F0-5994-6DA1-B06385647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A3AF36-553C-CF5B-9CE8-566B15D57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1FF30C-4BCD-8E8B-795A-364857EABE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40F329-97FF-B2A6-E2F4-4C0924CFD6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F8D454-3447-0D58-E9B8-73216CBEBF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49A2DF-C34C-3032-A879-992D8F67B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38D8F-7240-4A7A-AF5C-32726CFB56F0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466AB8-0CDA-6744-A05F-ADCF9F1FB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640C5B-50B6-F17D-6074-066183FF5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5A08B-97FB-40B3-BA72-540E78437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33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1CFFB-7B8A-2718-B716-409CB482C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134637-88AD-0A59-6AD2-73D5D3FC3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38D8F-7240-4A7A-AF5C-32726CFB56F0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799ABA-0A64-6811-EA5F-5519AA36A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C33116-D68E-B5B7-D7A7-552A10DE5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5A08B-97FB-40B3-BA72-540E78437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589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AFB6B9-D0B2-6FF8-354E-151C281F6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38D8F-7240-4A7A-AF5C-32726CFB56F0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F04AF7-3877-49C5-1777-05AED3EE4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8C9934-4D19-EB6F-F7E8-9BC291731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5A08B-97FB-40B3-BA72-540E78437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51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3A6B2-BD99-DADE-2072-8619C874E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70477-C076-CF4F-8B38-C38315F01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93413D-DA8F-0A3D-F9E3-84E0B57920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5586FD-3E13-F9E9-9589-141BD2EE9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38D8F-7240-4A7A-AF5C-32726CFB56F0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A44AA7-9F04-A91D-7FB5-41BFFC832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65352D-B59A-2CEE-CA7D-4D9CAAE76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5A08B-97FB-40B3-BA72-540E78437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345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F9610-F0B2-9E8F-E3AC-073B93470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D43FD4-14AE-1625-03E0-2006BBD00C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311639-55AF-115A-8672-FFDE606931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D80912-702A-EC6F-ACE4-8530D32D3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38D8F-7240-4A7A-AF5C-32726CFB56F0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7925AD-D607-66B8-85B9-531063E39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38D55A-89AE-3B7B-09EA-558ACF33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5A08B-97FB-40B3-BA72-540E78437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602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33448-875B-2145-0391-8C646885E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478A06-9C02-A3B3-441D-6F011BE84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60B5F-2D1F-9840-5AD6-6AD45414D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38D8F-7240-4A7A-AF5C-32726CFB56F0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EE0E9-9EDD-3449-A2A6-AF58DB4F6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AC844-14BA-AA1A-A308-2C8414DA5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5A08B-97FB-40B3-BA72-540E78437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779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CB53ED-21E0-C78C-85A8-978FD2D693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639DD0-D700-47B9-2C16-6E71BA7118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3A949-027E-091D-14E6-C7BA46A3B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38D8F-7240-4A7A-AF5C-32726CFB56F0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FECFB-ABBB-0190-E481-54EF9E09C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822E79-7267-00B3-1A54-96F36070D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5A08B-97FB-40B3-BA72-540E78437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156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4000">
              <a:schemeClr val="accent6">
                <a:alpha val="80000"/>
                <a:lumMod val="16000"/>
                <a:lumOff val="84000"/>
              </a:schemeClr>
            </a:gs>
            <a:gs pos="52000">
              <a:schemeClr val="accent1">
                <a:lumMod val="40000"/>
                <a:lumOff val="60000"/>
              </a:schemeClr>
            </a:gs>
            <a:gs pos="72000">
              <a:schemeClr val="accent3">
                <a:lumMod val="60000"/>
                <a:lumOff val="4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310C62-EB04-A9E1-DD7F-83BD4074F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984FB8-1B7C-16BC-996B-427B767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ED8EB-61A0-5BB4-2F12-039C30AD7A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F38D8F-7240-4A7A-AF5C-32726CFB56F0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D849D-FD4A-DE7F-BE9C-F0289C51C2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4910E2-B4AE-E5E1-0165-7A52491482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E5A08B-97FB-40B3-BA72-540E78437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194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81A5EC7-4750-9AA0-4A20-FB7FB8EAABE4}"/>
              </a:ext>
            </a:extLst>
          </p:cNvPr>
          <p:cNvSpPr txBox="1"/>
          <p:nvPr/>
        </p:nvSpPr>
        <p:spPr>
          <a:xfrm>
            <a:off x="216309" y="216309"/>
            <a:ext cx="3470787" cy="2862322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AFDBA3-91A1-B792-A148-A26D96538A41}"/>
              </a:ext>
            </a:extLst>
          </p:cNvPr>
          <p:cNvSpPr txBox="1"/>
          <p:nvPr/>
        </p:nvSpPr>
        <p:spPr>
          <a:xfrm>
            <a:off x="245806" y="5378245"/>
            <a:ext cx="38542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Miriam Mwongela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73BC670-18E9-680F-6563-793FCB5AE0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04"/>
          <a:stretch>
            <a:fillRect/>
          </a:stretch>
        </p:blipFill>
        <p:spPr>
          <a:xfrm>
            <a:off x="4267201" y="0"/>
            <a:ext cx="7924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717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7D6BE3-1DD4-BFAD-0D17-999EB648D1D9}"/>
              </a:ext>
            </a:extLst>
          </p:cNvPr>
          <p:cNvSpPr txBox="1"/>
          <p:nvPr/>
        </p:nvSpPr>
        <p:spPr>
          <a:xfrm>
            <a:off x="6292645" y="386959"/>
            <a:ext cx="5348748" cy="6275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customers stop using a company’s services, threatening recurring revenue.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impact: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 churn causes lost revenue, reduced customer lifetime value, and slower growth.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Retention: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Retaining customers is generally more cost-effective than acquiring new ones.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aim: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Identify factors influencing churn and determine suitable statistical and predictive approaches to assess churn likelihood.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value: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 proactive targeting of at-risk customers with retention strategies.</a:t>
            </a:r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EFDC6E16-8C13-4717-E357-E9D6FD340CA5}"/>
              </a:ext>
            </a:extLst>
          </p:cNvPr>
          <p:cNvSpPr/>
          <p:nvPr/>
        </p:nvSpPr>
        <p:spPr>
          <a:xfrm>
            <a:off x="-32655" y="-66785"/>
            <a:ext cx="3395288" cy="676219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C09F4A3-E73E-5B4F-D5AD-1DBB29DAFF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9434"/>
            <a:ext cx="6096000" cy="6248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675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rrow: Pentagon 5">
            <a:extLst>
              <a:ext uri="{FF2B5EF4-FFF2-40B4-BE49-F238E27FC236}">
                <a16:creationId xmlns:a16="http://schemas.microsoft.com/office/drawing/2014/main" id="{2C789FC1-1561-E74B-92CA-E354555672B1}"/>
              </a:ext>
            </a:extLst>
          </p:cNvPr>
          <p:cNvSpPr/>
          <p:nvPr/>
        </p:nvSpPr>
        <p:spPr>
          <a:xfrm>
            <a:off x="-32655" y="-66785"/>
            <a:ext cx="3395288" cy="676219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DAD14B-5685-A284-11C3-816B2E453243}"/>
              </a:ext>
            </a:extLst>
          </p:cNvPr>
          <p:cNvSpPr txBox="1"/>
          <p:nvPr/>
        </p:nvSpPr>
        <p:spPr>
          <a:xfrm>
            <a:off x="0" y="104436"/>
            <a:ext cx="36957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01F80E-243B-28AC-CA34-6067D1448805}"/>
              </a:ext>
            </a:extLst>
          </p:cNvPr>
          <p:cNvSpPr txBox="1"/>
          <p:nvPr/>
        </p:nvSpPr>
        <p:spPr>
          <a:xfrm>
            <a:off x="-38693" y="714613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consists of 1 CSV file containing 7,043 records with 21 features, made up of numerical, binary, and categorical features as follows: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B2710A-2B84-8C5C-493B-40BF4013E49E}"/>
              </a:ext>
            </a:extLst>
          </p:cNvPr>
          <p:cNvSpPr txBox="1"/>
          <p:nvPr/>
        </p:nvSpPr>
        <p:spPr>
          <a:xfrm>
            <a:off x="0" y="1158346"/>
            <a:ext cx="232826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Numerical features: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Tenure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the number of months the customer has been with the company.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MonthlyCharges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the monthly amount charged to the customer.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TotalCharges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the total amount charged to the customer over their tenure.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656772-D7C6-4B93-5260-6A3144F4D057}"/>
              </a:ext>
            </a:extLst>
          </p:cNvPr>
          <p:cNvSpPr txBox="1"/>
          <p:nvPr/>
        </p:nvSpPr>
        <p:spPr>
          <a:xfrm>
            <a:off x="2405587" y="1158346"/>
            <a:ext cx="333792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Binary features: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SeniorCitizen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whether the customer is a senior citizen (0 – no, 1 – yes).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Partner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whether the customer has a partner (Yes, No).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Dependents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whether the customer has dependents (Yes, No).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PhoneService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whether the customer has phone service (Yes, No).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PaperlessBilling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whether the customer uses paperless billing (Yes, No).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whether the customer left the company (Yes, No).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C2A482-39EF-BC9E-AA1A-0BF328C5D0FC}"/>
              </a:ext>
            </a:extLst>
          </p:cNvPr>
          <p:cNvSpPr txBox="1"/>
          <p:nvPr/>
        </p:nvSpPr>
        <p:spPr>
          <a:xfrm>
            <a:off x="6057307" y="1158346"/>
            <a:ext cx="6096000" cy="493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Categorical features: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gender of the customer (Male, Female).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MultipleLines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whether the customer has multiple phone lines (Yes, No, No phone service).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InternetService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type of internet service (DSL, Fiber optic, No).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OnlineSecurity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whether the customer has online security (Yes, No, No internet service).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OnlineBackup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whether the customer has online backup (Yes, No, No internet service).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DeviceProtection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whether the customer has device protection (Yes, No, No internet service).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TechSupport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whether the customer has technical support (Yes, No, No internet service).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StreamingTV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whether the customer has streaming TV (Yes, No, No internet service).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StreamingMovies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whether the customer has streaming movies (Yes, No, No internet service).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Contract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type of customer contract (Month-to-month, One year, Two year).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PaymentMethod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method used to make payments (Electronic check, Mailed check, Bank transfer (automatic), Credit card (automatic)).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C9A9FC-0DF4-5654-7060-14947BA750EA}"/>
              </a:ext>
            </a:extLst>
          </p:cNvPr>
          <p:cNvSpPr txBox="1"/>
          <p:nvPr/>
        </p:nvSpPr>
        <p:spPr>
          <a:xfrm>
            <a:off x="-62310" y="6203339"/>
            <a:ext cx="123388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The </a:t>
            </a:r>
            <a:r>
              <a:rPr lang="en-US" sz="1600" b="1" dirty="0" err="1"/>
              <a:t>TotalCharges</a:t>
            </a:r>
            <a:r>
              <a:rPr lang="en-US" sz="1600" dirty="0"/>
              <a:t> column contained non-numeric entries for customers with </a:t>
            </a:r>
            <a:r>
              <a:rPr lang="en-US" sz="1600" b="1" dirty="0"/>
              <a:t>zero tenure</a:t>
            </a:r>
            <a:r>
              <a:rPr lang="en-US" sz="1600" dirty="0"/>
              <a:t>. These were converted to missing values and replaced with </a:t>
            </a:r>
            <a:r>
              <a:rPr lang="en-US" sz="1600" b="1" dirty="0"/>
              <a:t>0</a:t>
            </a:r>
            <a:r>
              <a:rPr lang="en-US" sz="1600" dirty="0"/>
              <a:t>, since these customers had not accumulated any charges. The column was then converted to a numerical data type.</a:t>
            </a:r>
          </a:p>
        </p:txBody>
      </p:sp>
    </p:spTree>
    <p:extLst>
      <p:ext uri="{BB962C8B-B14F-4D97-AF65-F5344CB8AC3E}">
        <p14:creationId xmlns:p14="http://schemas.microsoft.com/office/powerpoint/2010/main" val="2706671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rrow: Pentagon 2">
            <a:extLst>
              <a:ext uri="{FF2B5EF4-FFF2-40B4-BE49-F238E27FC236}">
                <a16:creationId xmlns:a16="http://schemas.microsoft.com/office/drawing/2014/main" id="{4679D281-E684-63D0-E13A-B2A306FB890F}"/>
              </a:ext>
            </a:extLst>
          </p:cNvPr>
          <p:cNvSpPr/>
          <p:nvPr/>
        </p:nvSpPr>
        <p:spPr>
          <a:xfrm>
            <a:off x="-32656" y="-66786"/>
            <a:ext cx="3933824" cy="966709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A7C069-C47A-03FD-03FA-E1F9A876F069}"/>
              </a:ext>
            </a:extLst>
          </p:cNvPr>
          <p:cNvSpPr txBox="1"/>
          <p:nvPr/>
        </p:nvSpPr>
        <p:spPr>
          <a:xfrm>
            <a:off x="8303176" y="881597"/>
            <a:ext cx="146979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7043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No. of Customers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7EF0CB-4155-8ED4-C2BF-D14EE1ABE56E}"/>
              </a:ext>
            </a:extLst>
          </p:cNvPr>
          <p:cNvSpPr txBox="1"/>
          <p:nvPr/>
        </p:nvSpPr>
        <p:spPr>
          <a:xfrm>
            <a:off x="6616015" y="899919"/>
            <a:ext cx="139375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Services Offered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98F716-95CD-7200-F716-058D3255D891}"/>
              </a:ext>
            </a:extLst>
          </p:cNvPr>
          <p:cNvSpPr txBox="1"/>
          <p:nvPr/>
        </p:nvSpPr>
        <p:spPr>
          <a:xfrm>
            <a:off x="4821858" y="881597"/>
            <a:ext cx="150074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Methods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76AB55-FA08-D12E-3CFF-E30A97CFD77D}"/>
              </a:ext>
            </a:extLst>
          </p:cNvPr>
          <p:cNvSpPr txBox="1"/>
          <p:nvPr/>
        </p:nvSpPr>
        <p:spPr>
          <a:xfrm>
            <a:off x="3134696" y="894958"/>
            <a:ext cx="139375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Contract Types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05537DD-E5EC-4273-268E-A79F1AC7D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4466"/>
            <a:ext cx="3659803" cy="306089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71A3359-442B-2EEF-CC56-04C3BF343A96}"/>
              </a:ext>
            </a:extLst>
          </p:cNvPr>
          <p:cNvSpPr txBox="1"/>
          <p:nvPr/>
        </p:nvSpPr>
        <p:spPr>
          <a:xfrm>
            <a:off x="-32656" y="4943344"/>
            <a:ext cx="36598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 donut chart shows that most customers pay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 Check (33.6%)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services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037118-8F87-1454-A6E3-F086DE1D7FDA}"/>
              </a:ext>
            </a:extLst>
          </p:cNvPr>
          <p:cNvSpPr txBox="1"/>
          <p:nvPr/>
        </p:nvSpPr>
        <p:spPr>
          <a:xfrm>
            <a:off x="4266097" y="5081843"/>
            <a:ext cx="36598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Out of the 3 contract Types, </a:t>
            </a:r>
            <a:r>
              <a:rPr lang="en-US" b="1" dirty="0"/>
              <a:t>Month-to-Month</a:t>
            </a:r>
            <a:r>
              <a:rPr lang="en-US" dirty="0"/>
              <a:t> is the most preferred one </a:t>
            </a:r>
            <a:r>
              <a:rPr lang="en-US" b="1" dirty="0"/>
              <a:t>(55.0%)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AAC7CC-E2B8-C652-F5B4-4A980C70AC0C}"/>
              </a:ext>
            </a:extLst>
          </p:cNvPr>
          <p:cNvSpPr txBox="1"/>
          <p:nvPr/>
        </p:nvSpPr>
        <p:spPr>
          <a:xfrm>
            <a:off x="10066384" y="881597"/>
            <a:ext cx="192241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5174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not Churned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890CE1-013F-B144-6D18-E9728F1D7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6097" y="1724466"/>
            <a:ext cx="3659804" cy="30608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A8A3A4A-ADC4-4A8A-962B-9BD49515E9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2196" y="1724466"/>
            <a:ext cx="3659804" cy="306089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DCED32B-D1C1-9E0E-0B5C-E1D1D125551A}"/>
              </a:ext>
            </a:extLst>
          </p:cNvPr>
          <p:cNvSpPr txBox="1"/>
          <p:nvPr/>
        </p:nvSpPr>
        <p:spPr>
          <a:xfrm>
            <a:off x="8564851" y="5053073"/>
            <a:ext cx="34239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26.5%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customers have exited the company while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73.5%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still customers of the company</a:t>
            </a:r>
          </a:p>
        </p:txBody>
      </p:sp>
    </p:spTree>
    <p:extLst>
      <p:ext uri="{BB962C8B-B14F-4D97-AF65-F5344CB8AC3E}">
        <p14:creationId xmlns:p14="http://schemas.microsoft.com/office/powerpoint/2010/main" val="3724359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5A1C0AE-8985-E99C-E6C0-005D542AB4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2" y="804905"/>
            <a:ext cx="5756508" cy="4082055"/>
          </a:xfrm>
          <a:prstGeom prst="rect">
            <a:avLst/>
          </a:prstGeom>
        </p:spPr>
      </p:pic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AC59CAC7-BDCF-9769-BA87-C0093E8C886D}"/>
              </a:ext>
            </a:extLst>
          </p:cNvPr>
          <p:cNvSpPr/>
          <p:nvPr/>
        </p:nvSpPr>
        <p:spPr>
          <a:xfrm>
            <a:off x="-32656" y="-66786"/>
            <a:ext cx="3029856" cy="635747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rrow: Pentagon 2">
            <a:extLst>
              <a:ext uri="{FF2B5EF4-FFF2-40B4-BE49-F238E27FC236}">
                <a16:creationId xmlns:a16="http://schemas.microsoft.com/office/drawing/2014/main" id="{CB563032-F6E8-6A1F-6E69-8564F85ADFFA}"/>
              </a:ext>
            </a:extLst>
          </p:cNvPr>
          <p:cNvSpPr/>
          <p:nvPr/>
        </p:nvSpPr>
        <p:spPr>
          <a:xfrm>
            <a:off x="6096000" y="1"/>
            <a:ext cx="2804160" cy="568960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Services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0DCFBB-4BB6-4215-B192-DE2961F8A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1628" y="682985"/>
            <a:ext cx="6096000" cy="29441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2EBC14-093F-FBCB-E825-1A1F6A7E6D4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59"/>
          <a:stretch>
            <a:fillRect/>
          </a:stretch>
        </p:blipFill>
        <p:spPr>
          <a:xfrm>
            <a:off x="6518412" y="3741144"/>
            <a:ext cx="4955458" cy="3116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732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DF7571E-D8B0-B0B5-15FF-AC575B74FB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093"/>
          <a:stretch>
            <a:fillRect/>
          </a:stretch>
        </p:blipFill>
        <p:spPr>
          <a:xfrm>
            <a:off x="1" y="-7374"/>
            <a:ext cx="12192000" cy="6865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449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017A0B1-BEF2-ECE8-D221-8DCC023AFA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1879"/>
          <a:stretch>
            <a:fillRect/>
          </a:stretch>
        </p:blipFill>
        <p:spPr>
          <a:xfrm>
            <a:off x="3390718" y="1800189"/>
            <a:ext cx="2705282" cy="33379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2F028F0-E663-406D-EF64-5663661B54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000"/>
          <a:stretch>
            <a:fillRect/>
          </a:stretch>
        </p:blipFill>
        <p:spPr>
          <a:xfrm>
            <a:off x="23865" y="1857942"/>
            <a:ext cx="2705282" cy="332657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0750FA5-2C5B-B0D9-E78A-DF00B77A20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851" b="50000"/>
          <a:stretch>
            <a:fillRect/>
          </a:stretch>
        </p:blipFill>
        <p:spPr>
          <a:xfrm>
            <a:off x="-23206" y="-4618"/>
            <a:ext cx="1984705" cy="176106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4A5D2B0-F4C9-40AA-91B3-3DA9AC7723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678" r="2324" b="50000"/>
          <a:stretch>
            <a:fillRect/>
          </a:stretch>
        </p:blipFill>
        <p:spPr>
          <a:xfrm>
            <a:off x="3801009" y="42351"/>
            <a:ext cx="2094005" cy="162635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A7D7285-D838-0EFA-F324-9987ACA1C12F}"/>
              </a:ext>
            </a:extLst>
          </p:cNvPr>
          <p:cNvSpPr txBox="1"/>
          <p:nvPr/>
        </p:nvSpPr>
        <p:spPr>
          <a:xfrm>
            <a:off x="-71603" y="5269635"/>
            <a:ext cx="337457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Monthly Charges are not normally distributed.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Lowest charges are around $25 - $30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Highest charges concentration are around $70 - $100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CB9F44-831E-EE09-DA66-2D782D0DCADB}"/>
              </a:ext>
            </a:extLst>
          </p:cNvPr>
          <p:cNvSpPr txBox="1"/>
          <p:nvPr/>
        </p:nvSpPr>
        <p:spPr>
          <a:xfrm>
            <a:off x="1976971" y="0"/>
            <a:ext cx="175577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boxplot shows a median of approximately </a:t>
            </a:r>
            <a:r>
              <a:rPr lang="en-US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$70 </a:t>
            </a:r>
            <a:r>
              <a:rPr lang="en-US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 prominent outliers</a:t>
            </a:r>
            <a:endParaRPr lang="en-US" sz="1000" dirty="0">
              <a:solidFill>
                <a:srgbClr val="BBBEB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675689-BCD0-263F-EFF0-05A8491E33D0}"/>
              </a:ext>
            </a:extLst>
          </p:cNvPr>
          <p:cNvSpPr txBox="1"/>
          <p:nvPr/>
        </p:nvSpPr>
        <p:spPr>
          <a:xfrm>
            <a:off x="3721421" y="5269635"/>
            <a:ext cx="373116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Charges is </a:t>
            </a:r>
            <a:r>
              <a:rPr lang="en-US" sz="1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highly positively skewed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ost customers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having relatively low accumulated charges 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smaller number have very high charges.</a:t>
            </a:r>
            <a:endParaRPr lang="en-US" sz="1000" dirty="0">
              <a:solidFill>
                <a:srgbClr val="BBBEB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DE147D1-CC90-20DA-62FB-51F647D769AA}"/>
              </a:ext>
            </a:extLst>
          </p:cNvPr>
          <p:cNvSpPr txBox="1"/>
          <p:nvPr/>
        </p:nvSpPr>
        <p:spPr>
          <a:xfrm>
            <a:off x="5837302" y="18705"/>
            <a:ext cx="217720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boxplot confirms the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TotalCharges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positively right skewed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 of approximately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$1800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C88A89A-7CD8-271B-2F97-C787DE9512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1461"/>
          <a:stretch>
            <a:fillRect/>
          </a:stretch>
        </p:blipFill>
        <p:spPr>
          <a:xfrm>
            <a:off x="7735532" y="1815882"/>
            <a:ext cx="2705282" cy="332657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4B1163D-6597-DF8A-1CBB-91B23156B51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5115" r="2196" b="50000"/>
          <a:stretch>
            <a:fillRect/>
          </a:stretch>
        </p:blipFill>
        <p:spPr>
          <a:xfrm>
            <a:off x="7999570" y="10197"/>
            <a:ext cx="2177206" cy="171733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062D4A8F-2C08-18E8-7B87-DF4B2A0A9C85}"/>
              </a:ext>
            </a:extLst>
          </p:cNvPr>
          <p:cNvSpPr txBox="1"/>
          <p:nvPr/>
        </p:nvSpPr>
        <p:spPr>
          <a:xfrm>
            <a:off x="10176776" y="-32280"/>
            <a:ext cx="1991359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median tenure is around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months.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middle 50% of customers lie approximately between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55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months.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E086E56-5C9D-8265-C4A7-37B552D71D78}"/>
              </a:ext>
            </a:extLst>
          </p:cNvPr>
          <p:cNvSpPr txBox="1"/>
          <p:nvPr/>
        </p:nvSpPr>
        <p:spPr>
          <a:xfrm>
            <a:off x="7735532" y="5269635"/>
            <a:ext cx="322407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Tenure is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tenure is 72 months, 6 years with the company.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customers don’t stay a whole month as clients</a:t>
            </a:r>
          </a:p>
        </p:txBody>
      </p:sp>
    </p:spTree>
    <p:extLst>
      <p:ext uri="{BB962C8B-B14F-4D97-AF65-F5344CB8AC3E}">
        <p14:creationId xmlns:p14="http://schemas.microsoft.com/office/powerpoint/2010/main" val="1330431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B9DFCA-7AE1-FF73-CDBD-498CF37CC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0294"/>
            <a:ext cx="6361471" cy="59477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6BDBCE-588A-1307-22A0-3E39F06E9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781" y="910294"/>
            <a:ext cx="5614219" cy="5947707"/>
          </a:xfrm>
          <a:prstGeom prst="rect">
            <a:avLst/>
          </a:prstGeom>
        </p:spPr>
      </p:pic>
      <p:sp>
        <p:nvSpPr>
          <p:cNvPr id="7" name="Arrow: Pentagon 6">
            <a:extLst>
              <a:ext uri="{FF2B5EF4-FFF2-40B4-BE49-F238E27FC236}">
                <a16:creationId xmlns:a16="http://schemas.microsoft.com/office/drawing/2014/main" id="{28FDE53B-C85B-0663-903A-4BBAE77DD6B8}"/>
              </a:ext>
            </a:extLst>
          </p:cNvPr>
          <p:cNvSpPr/>
          <p:nvPr/>
        </p:nvSpPr>
        <p:spPr>
          <a:xfrm>
            <a:off x="-32656" y="1"/>
            <a:ext cx="4270359" cy="662154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 Rate Analysis</a:t>
            </a:r>
          </a:p>
        </p:txBody>
      </p:sp>
    </p:spTree>
    <p:extLst>
      <p:ext uri="{BB962C8B-B14F-4D97-AF65-F5344CB8AC3E}">
        <p14:creationId xmlns:p14="http://schemas.microsoft.com/office/powerpoint/2010/main" val="203006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52EF16-B1E1-C8E7-2956-510B23D7A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1" y="2074606"/>
            <a:ext cx="5114230" cy="3267712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73276C8-3287-BD2D-5A82-B26419305C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7702482"/>
              </p:ext>
            </p:extLst>
          </p:nvPr>
        </p:nvGraphicFramePr>
        <p:xfrm>
          <a:off x="0" y="0"/>
          <a:ext cx="4300158" cy="1956619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2150079">
                  <a:extLst>
                    <a:ext uri="{9D8B030D-6E8A-4147-A177-3AD203B41FA5}">
                      <a16:colId xmlns:a16="http://schemas.microsoft.com/office/drawing/2014/main" val="3639964118"/>
                    </a:ext>
                  </a:extLst>
                </a:gridCol>
                <a:gridCol w="2150079">
                  <a:extLst>
                    <a:ext uri="{9D8B030D-6E8A-4147-A177-3AD203B41FA5}">
                      <a16:colId xmlns:a16="http://schemas.microsoft.com/office/drawing/2014/main" val="2846758480"/>
                    </a:ext>
                  </a:extLst>
                </a:gridCol>
              </a:tblGrid>
              <a:tr h="37071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err="1">
                          <a:effectLst/>
                        </a:rPr>
                        <a:t>tenure_group</a:t>
                      </a:r>
                      <a:endParaRPr lang="en-US" sz="1800" b="1" i="0" dirty="0">
                        <a:solidFill>
                          <a:srgbClr val="BBBEB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dirty="0" err="1">
                          <a:effectLst/>
                        </a:rPr>
                        <a:t>churn_rate</a:t>
                      </a:r>
                      <a:r>
                        <a:rPr lang="en-US" sz="1800" b="1" dirty="0">
                          <a:effectLst/>
                        </a:rPr>
                        <a:t>(%)</a:t>
                      </a:r>
                      <a:endParaRPr lang="en-US" sz="1800" b="1" i="0" dirty="0">
                        <a:solidFill>
                          <a:srgbClr val="BBBEB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486336487"/>
                  </a:ext>
                </a:extLst>
              </a:tr>
              <a:tr h="32016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dirty="0">
                          <a:effectLst/>
                        </a:rPr>
                        <a:t>0-12 (1 year)</a:t>
                      </a:r>
                      <a:endParaRPr lang="en-US" sz="1500" b="0" i="0" dirty="0">
                        <a:solidFill>
                          <a:srgbClr val="BBBEB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dirty="0">
                          <a:effectLst/>
                        </a:rPr>
                        <a:t>47.68</a:t>
                      </a:r>
                      <a:endParaRPr lang="en-US" sz="1500" b="0" i="0" dirty="0">
                        <a:solidFill>
                          <a:srgbClr val="BBBEB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492011299"/>
                  </a:ext>
                </a:extLst>
              </a:tr>
              <a:tr h="32016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dirty="0">
                          <a:effectLst/>
                        </a:rPr>
                        <a:t>12-24 (2 years)</a:t>
                      </a:r>
                      <a:endParaRPr lang="en-US" sz="1500" b="0" i="0" dirty="0">
                        <a:solidFill>
                          <a:srgbClr val="BBBEB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dirty="0">
                          <a:effectLst/>
                        </a:rPr>
                        <a:t>28.71</a:t>
                      </a:r>
                      <a:endParaRPr lang="en-US" sz="1500" b="0" i="0" dirty="0">
                        <a:solidFill>
                          <a:srgbClr val="BBBEB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96216092"/>
                  </a:ext>
                </a:extLst>
              </a:tr>
              <a:tr h="32016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dirty="0">
                          <a:effectLst/>
                        </a:rPr>
                        <a:t>24-48 (4 years)</a:t>
                      </a:r>
                      <a:endParaRPr lang="en-US" sz="1500" b="0" i="0" dirty="0">
                        <a:solidFill>
                          <a:srgbClr val="BBBEB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dirty="0">
                          <a:effectLst/>
                        </a:rPr>
                        <a:t>20.39</a:t>
                      </a:r>
                      <a:endParaRPr lang="en-US" sz="1500" b="0" i="0" dirty="0">
                        <a:solidFill>
                          <a:srgbClr val="BBBEB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451930960"/>
                  </a:ext>
                </a:extLst>
              </a:tr>
              <a:tr h="32016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dirty="0">
                          <a:effectLst/>
                        </a:rPr>
                        <a:t>48-60 (5 years)</a:t>
                      </a:r>
                      <a:endParaRPr lang="en-US" sz="1500" b="0" i="0" dirty="0">
                        <a:solidFill>
                          <a:srgbClr val="BBBEB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dirty="0">
                          <a:effectLst/>
                        </a:rPr>
                        <a:t>14.42</a:t>
                      </a:r>
                      <a:endParaRPr lang="en-US" sz="1500" b="0" i="0" dirty="0">
                        <a:solidFill>
                          <a:srgbClr val="BBBEB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009183460"/>
                  </a:ext>
                </a:extLst>
              </a:tr>
              <a:tr h="30523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dirty="0">
                          <a:effectLst/>
                        </a:rPr>
                        <a:t>60-72 (6 years)</a:t>
                      </a:r>
                      <a:endParaRPr lang="en-US" sz="1500" b="0" i="0" dirty="0">
                        <a:solidFill>
                          <a:srgbClr val="BBBEB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dirty="0">
                          <a:effectLst/>
                        </a:rPr>
                        <a:t>6.61</a:t>
                      </a:r>
                      <a:endParaRPr lang="en-US" sz="1500" b="0" i="0" dirty="0">
                        <a:solidFill>
                          <a:srgbClr val="BBBEB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200998713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7003583-7CF7-0148-628B-E897EEA53459}"/>
              </a:ext>
            </a:extLst>
          </p:cNvPr>
          <p:cNvSpPr txBox="1"/>
          <p:nvPr/>
        </p:nvSpPr>
        <p:spPr>
          <a:xfrm>
            <a:off x="28041" y="5530646"/>
            <a:ext cx="49751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Customer’s churn rate gradually decrease from year 1 to year 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A0EFA0-A63F-1349-FE92-42F0EBD2B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581" y="788942"/>
            <a:ext cx="6833419" cy="4067538"/>
          </a:xfrm>
          <a:prstGeom prst="rect">
            <a:avLst/>
          </a:prstGeom>
        </p:spPr>
      </p:pic>
      <p:sp>
        <p:nvSpPr>
          <p:cNvPr id="9" name="Arrow: Pentagon 8">
            <a:extLst>
              <a:ext uri="{FF2B5EF4-FFF2-40B4-BE49-F238E27FC236}">
                <a16:creationId xmlns:a16="http://schemas.microsoft.com/office/drawing/2014/main" id="{37028B6C-FC72-EE91-5C9C-0945A02B42E9}"/>
              </a:ext>
            </a:extLst>
          </p:cNvPr>
          <p:cNvSpPr/>
          <p:nvPr/>
        </p:nvSpPr>
        <p:spPr>
          <a:xfrm>
            <a:off x="5358581" y="4915"/>
            <a:ext cx="6142540" cy="625005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Charges &amp; Total Charges Analysis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D8E8D3-AE29-DEA0-55FF-36E66B420B62}"/>
              </a:ext>
            </a:extLst>
          </p:cNvPr>
          <p:cNvSpPr txBox="1"/>
          <p:nvPr/>
        </p:nvSpPr>
        <p:spPr>
          <a:xfrm>
            <a:off x="5305230" y="5052753"/>
            <a:ext cx="682358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monthly charges are associated with churn, while lower total charges largely reflect the shorter tenure of customers who leave early.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Basically, churned customers tend to pay more per month but leave before accumulating high lifetime value, meaning the company loses future revenue precisely from some of its higher-paying customers.</a:t>
            </a:r>
          </a:p>
        </p:txBody>
      </p:sp>
    </p:spTree>
    <p:extLst>
      <p:ext uri="{BB962C8B-B14F-4D97-AF65-F5344CB8AC3E}">
        <p14:creationId xmlns:p14="http://schemas.microsoft.com/office/powerpoint/2010/main" val="3073278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BCAEF89-41B7-CB2F-A44B-7CCCFC2CD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9" y="0"/>
            <a:ext cx="4876801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53A4EF5-71D2-9F4C-BA9B-6E76C51AAA43}"/>
              </a:ext>
            </a:extLst>
          </p:cNvPr>
          <p:cNvSpPr txBox="1"/>
          <p:nvPr/>
        </p:nvSpPr>
        <p:spPr>
          <a:xfrm>
            <a:off x="137648" y="968813"/>
            <a:ext cx="705956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Customers with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 year contract (-0.30)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internet services (-0.23)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longer tenure, 6 years (-0.23)</a:t>
            </a:r>
          </a:p>
          <a:p>
            <a:r>
              <a:rPr lang="en-US" dirty="0"/>
              <a:t>tend to have </a:t>
            </a:r>
            <a:r>
              <a:rPr lang="en-US" b="1" dirty="0"/>
              <a:t>lower churn</a:t>
            </a:r>
            <a:r>
              <a:rPr lang="en-US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FA3B29-7684-B96A-1DBD-CED2220670BE}"/>
              </a:ext>
            </a:extLst>
          </p:cNvPr>
          <p:cNvSpPr txBox="1"/>
          <p:nvPr/>
        </p:nvSpPr>
        <p:spPr>
          <a:xfrm>
            <a:off x="49159" y="2551837"/>
            <a:ext cx="705956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A correlation close to </a:t>
            </a:r>
            <a:r>
              <a:rPr lang="en-US" b="1" dirty="0"/>
              <a:t>0</a:t>
            </a:r>
            <a:r>
              <a:rPr lang="en-US" dirty="0"/>
              <a:t> means there is </a:t>
            </a:r>
            <a:r>
              <a:rPr lang="en-US" b="1" dirty="0"/>
              <a:t>little or no linear relationship</a:t>
            </a:r>
            <a:r>
              <a:rPr lang="en-US" dirty="0"/>
              <a:t> between the variable and churn.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Charge_diff</a:t>
            </a:r>
            <a:r>
              <a:rPr lang="en-US" dirty="0"/>
              <a:t> (0.00)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Gender (0.01)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Phone Service (0.01)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 years of tenure (0.02)</a:t>
            </a:r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ECCE997F-82B9-785B-4081-251B5F54ED95}"/>
              </a:ext>
            </a:extLst>
          </p:cNvPr>
          <p:cNvSpPr/>
          <p:nvPr/>
        </p:nvSpPr>
        <p:spPr>
          <a:xfrm>
            <a:off x="-32656" y="-66786"/>
            <a:ext cx="4270359" cy="966709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Analysis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CBE4D3-82EB-9A2C-7370-BA926658D777}"/>
              </a:ext>
            </a:extLst>
          </p:cNvPr>
          <p:cNvSpPr txBox="1"/>
          <p:nvPr/>
        </p:nvSpPr>
        <p:spPr>
          <a:xfrm>
            <a:off x="93402" y="4557819"/>
            <a:ext cx="697107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. These customers are more likely to churn from the company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Electronic Check Payment Method (0.30)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Fiber Optic Internet Service (0.31)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Shorter tenure, 1 year (0.32)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Month-to-month contract type (0.41)</a:t>
            </a:r>
          </a:p>
        </p:txBody>
      </p:sp>
    </p:spTree>
    <p:extLst>
      <p:ext uri="{BB962C8B-B14F-4D97-AF65-F5344CB8AC3E}">
        <p14:creationId xmlns:p14="http://schemas.microsoft.com/office/powerpoint/2010/main" val="2619099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rrow: Pentagon 2">
            <a:extLst>
              <a:ext uri="{FF2B5EF4-FFF2-40B4-BE49-F238E27FC236}">
                <a16:creationId xmlns:a16="http://schemas.microsoft.com/office/drawing/2014/main" id="{2F8FDE04-882D-CFD8-0F91-1CFEDE841499}"/>
              </a:ext>
            </a:extLst>
          </p:cNvPr>
          <p:cNvSpPr/>
          <p:nvPr/>
        </p:nvSpPr>
        <p:spPr>
          <a:xfrm>
            <a:off x="0" y="0"/>
            <a:ext cx="3893574" cy="1071716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39C010-0D6D-A17A-821F-477BABE8D952}"/>
              </a:ext>
            </a:extLst>
          </p:cNvPr>
          <p:cNvSpPr txBox="1"/>
          <p:nvPr/>
        </p:nvSpPr>
        <p:spPr>
          <a:xfrm>
            <a:off x="491613" y="1071716"/>
            <a:ext cx="11208774" cy="2679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Meiryo UI" panose="020B0604030504040204" pitchFamily="34" charset="-128"/>
                <a:cs typeface="Times New Roman" panose="02020603050405020304" pitchFamily="18" charset="0"/>
              </a:rPr>
              <a:t>From our data we notice: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on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month-to-month contracts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churn the most — contract type is the strongest single driver of churn in the data.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who churn tend to pay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monthly charges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but have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total charges overall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they leave early, before their costs (or value to the company) build up.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Fiber optic internet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 check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payments are both linked to higher churn, while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internet service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contracts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linked to lower churn — churn risk seems to cluster around certain service and payment combinations, not just one factor.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C63E7C-23FE-7E47-6FBD-EC1BB065C3C8}"/>
              </a:ext>
            </a:extLst>
          </p:cNvPr>
          <p:cNvSpPr txBox="1"/>
          <p:nvPr/>
        </p:nvSpPr>
        <p:spPr>
          <a:xfrm>
            <a:off x="491613" y="3751296"/>
            <a:ext cx="10293202" cy="15715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Research Questions are: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there a significant relationship between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contract type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customer churn?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Charges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Charges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differ significantly between churned and retained customers?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there a significant relationship between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InternetService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type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PaymentMethod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combined and customer churn?</a:t>
            </a:r>
          </a:p>
        </p:txBody>
      </p:sp>
    </p:spTree>
    <p:extLst>
      <p:ext uri="{BB962C8B-B14F-4D97-AF65-F5344CB8AC3E}">
        <p14:creationId xmlns:p14="http://schemas.microsoft.com/office/powerpoint/2010/main" val="1539283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D0ABB3-6C40-4F9E-8A1A-7ED79BD2157B}"/>
              </a:ext>
            </a:extLst>
          </p:cNvPr>
          <p:cNvSpPr txBox="1"/>
          <p:nvPr/>
        </p:nvSpPr>
        <p:spPr>
          <a:xfrm>
            <a:off x="176980" y="689276"/>
            <a:ext cx="430652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​: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Contract type and churn are independent.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Contract type and churn are not independent.</a:t>
            </a:r>
          </a:p>
          <a:p>
            <a:r>
              <a:rPr lang="en-US" sz="1600" dirty="0">
                <a:latin typeface="Times New Roman" panose="02020603050405020304" pitchFamily="18" charset="0"/>
                <a:ea typeface="Meiryo UI" panose="020B0604030504040204" pitchFamily="34" charset="-128"/>
                <a:cs typeface="Times New Roman" panose="02020603050405020304" pitchFamily="18" charset="0"/>
              </a:rPr>
              <a:t>Significance level: 0.05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6089CA-DAAF-DD09-094D-FE46256837FD}"/>
              </a:ext>
            </a:extLst>
          </p:cNvPr>
          <p:cNvSpPr txBox="1"/>
          <p:nvPr/>
        </p:nvSpPr>
        <p:spPr>
          <a:xfrm>
            <a:off x="178047" y="2041353"/>
            <a:ext cx="333313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Chi-square Test Results: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Chi-square statistic: 1184.5966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Degrees of freedom: 2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P-value: 0.0000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Cramér's V: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0.4101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FFF23B-6465-28EB-307B-13427D01573E}"/>
              </a:ext>
            </a:extLst>
          </p:cNvPr>
          <p:cNvSpPr txBox="1"/>
          <p:nvPr/>
        </p:nvSpPr>
        <p:spPr>
          <a:xfrm>
            <a:off x="176980" y="4499286"/>
            <a:ext cx="430652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statistically significant, moderate association between contract type and customer churn.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DBCB2D-5E34-EFDA-15D1-9510AE4E883E}"/>
              </a:ext>
            </a:extLst>
          </p:cNvPr>
          <p:cNvSpPr txBox="1"/>
          <p:nvPr/>
        </p:nvSpPr>
        <p:spPr>
          <a:xfrm>
            <a:off x="176980" y="3885873"/>
            <a:ext cx="22733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(p&lt;0.01) &lt; 0.05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Reject H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accept H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B2CBE8AC-70FD-01B8-210C-073A89766820}"/>
              </a:ext>
            </a:extLst>
          </p:cNvPr>
          <p:cNvSpPr/>
          <p:nvPr/>
        </p:nvSpPr>
        <p:spPr>
          <a:xfrm>
            <a:off x="0" y="0"/>
            <a:ext cx="3411794" cy="646331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 Testing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06F24D-553D-BF7B-C547-8360FFEBD9CB}"/>
              </a:ext>
            </a:extLst>
          </p:cNvPr>
          <p:cNvSpPr txBox="1"/>
          <p:nvPr/>
        </p:nvSpPr>
        <p:spPr>
          <a:xfrm>
            <a:off x="4572005" y="525762"/>
            <a:ext cx="4109881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H₀: </a:t>
            </a:r>
          </a:p>
          <a:p>
            <a:pPr>
              <a:lnSpc>
                <a:spcPct val="100000"/>
              </a:lnSpc>
              <a:buNone/>
            </a:pPr>
            <a:r>
              <a:rPr lang="en-US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significant difference in charges between churned and stayed customers.</a:t>
            </a:r>
          </a:p>
          <a:p>
            <a:pPr>
              <a:lnSpc>
                <a:spcPct val="100000"/>
              </a:lnSpc>
              <a:buNone/>
            </a:pPr>
            <a:r>
              <a:rPr lang="en-US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H₁: </a:t>
            </a:r>
          </a:p>
          <a:p>
            <a:pPr>
              <a:lnSpc>
                <a:spcPct val="100000"/>
              </a:lnSpc>
              <a:buNone/>
            </a:pPr>
            <a:r>
              <a:rPr lang="en-US" sz="1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Significant difference in charges between churned and stayed customers.</a:t>
            </a:r>
          </a:p>
          <a:p>
            <a:r>
              <a:rPr lang="en-US" sz="1600" dirty="0">
                <a:latin typeface="Times New Roman" panose="02020603050405020304" pitchFamily="18" charset="0"/>
                <a:ea typeface="Meiryo UI" panose="020B0604030504040204" pitchFamily="34" charset="-128"/>
                <a:cs typeface="Times New Roman" panose="02020603050405020304" pitchFamily="18" charset="0"/>
              </a:rPr>
              <a:t>Significance level: 0.05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C88988-1D4F-E78D-60AD-FA40FA896AF1}"/>
              </a:ext>
            </a:extLst>
          </p:cNvPr>
          <p:cNvSpPr txBox="1"/>
          <p:nvPr/>
        </p:nvSpPr>
        <p:spPr>
          <a:xfrm>
            <a:off x="4572003" y="2433977"/>
            <a:ext cx="410988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Mann-Whitney U Test - Monthly Charges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 Statistic: 6003125.5000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P-value: 0.0000 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Mann-Whitney U Test - Total Charges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 Statistic: 3381224.0000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P-value: 0.0000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ADF8FB-40F3-124D-397F-FC81E67D1835}"/>
              </a:ext>
            </a:extLst>
          </p:cNvPr>
          <p:cNvSpPr txBox="1"/>
          <p:nvPr/>
        </p:nvSpPr>
        <p:spPr>
          <a:xfrm>
            <a:off x="4572003" y="4311415"/>
            <a:ext cx="4109881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1600" b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(p&lt; 0.001&gt;) &lt; 0.05 for both Monthly Charges and Total Charges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Reject H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accept H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80124F-0D0E-10BF-D7D9-93B9AAA9C807}"/>
              </a:ext>
            </a:extLst>
          </p:cNvPr>
          <p:cNvSpPr txBox="1"/>
          <p:nvPr/>
        </p:nvSpPr>
        <p:spPr>
          <a:xfrm>
            <a:off x="4483509" y="5234745"/>
            <a:ext cx="410988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statistically significant difference between churned and retained customers for both Monthly and Total Charges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2BF103-A8B6-A259-E65D-1202C349AD97}"/>
              </a:ext>
            </a:extLst>
          </p:cNvPr>
          <p:cNvSpPr txBox="1"/>
          <p:nvPr/>
        </p:nvSpPr>
        <p:spPr>
          <a:xfrm>
            <a:off x="8770382" y="646331"/>
            <a:ext cx="342161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H₀: </a:t>
            </a:r>
          </a:p>
          <a:p>
            <a:pPr lvl="0"/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InternetService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PaymentMethod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not significantly associated with customer churn. </a:t>
            </a:r>
          </a:p>
          <a:p>
            <a:pPr lvl="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H₁: </a:t>
            </a:r>
          </a:p>
          <a:p>
            <a:pPr lvl="0"/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InternetService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PaymentMethod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significantly associated with customer churn.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3A611D-3C63-E080-9A97-BCB944F0BDB0}"/>
              </a:ext>
            </a:extLst>
          </p:cNvPr>
          <p:cNvSpPr txBox="1"/>
          <p:nvPr/>
        </p:nvSpPr>
        <p:spPr>
          <a:xfrm>
            <a:off x="8770382" y="2780017"/>
            <a:ext cx="3187775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Chi-square Test Results: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Chi-square statistic: 1083.1290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Degrees of freedom: 11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P-value: 0.0000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Cramér's V: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0.3922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B2BE11-EB5E-1B01-658B-D7009244EC3F}"/>
              </a:ext>
            </a:extLst>
          </p:cNvPr>
          <p:cNvSpPr txBox="1"/>
          <p:nvPr/>
        </p:nvSpPr>
        <p:spPr>
          <a:xfrm>
            <a:off x="8770378" y="4622396"/>
            <a:ext cx="22733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(p&lt;0.01) &lt; 0.05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Reject H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accept H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6D46C9-60C5-5F8B-4A5B-64952761BF89}"/>
              </a:ext>
            </a:extLst>
          </p:cNvPr>
          <p:cNvSpPr txBox="1"/>
          <p:nvPr/>
        </p:nvSpPr>
        <p:spPr>
          <a:xfrm>
            <a:off x="8681884" y="5330283"/>
            <a:ext cx="342161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statistically significant, moderate association between the combined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InternetService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PaymentMethod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categories and customer churn.</a:t>
            </a:r>
          </a:p>
        </p:txBody>
      </p:sp>
    </p:spTree>
    <p:extLst>
      <p:ext uri="{BB962C8B-B14F-4D97-AF65-F5344CB8AC3E}">
        <p14:creationId xmlns:p14="http://schemas.microsoft.com/office/powerpoint/2010/main" val="36133426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B370175-EE90-CF78-A510-AED8285AA9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2445600"/>
              </p:ext>
            </p:extLst>
          </p:nvPr>
        </p:nvGraphicFramePr>
        <p:xfrm>
          <a:off x="400276" y="863207"/>
          <a:ext cx="11391448" cy="57947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7862">
                  <a:extLst>
                    <a:ext uri="{9D8B030D-6E8A-4147-A177-3AD203B41FA5}">
                      <a16:colId xmlns:a16="http://schemas.microsoft.com/office/drawing/2014/main" val="4284938593"/>
                    </a:ext>
                  </a:extLst>
                </a:gridCol>
                <a:gridCol w="2847862">
                  <a:extLst>
                    <a:ext uri="{9D8B030D-6E8A-4147-A177-3AD203B41FA5}">
                      <a16:colId xmlns:a16="http://schemas.microsoft.com/office/drawing/2014/main" val="953253747"/>
                    </a:ext>
                  </a:extLst>
                </a:gridCol>
                <a:gridCol w="2847862">
                  <a:extLst>
                    <a:ext uri="{9D8B030D-6E8A-4147-A177-3AD203B41FA5}">
                      <a16:colId xmlns:a16="http://schemas.microsoft.com/office/drawing/2014/main" val="2163764378"/>
                    </a:ext>
                  </a:extLst>
                </a:gridCol>
                <a:gridCol w="2847862">
                  <a:extLst>
                    <a:ext uri="{9D8B030D-6E8A-4147-A177-3AD203B41FA5}">
                      <a16:colId xmlns:a16="http://schemas.microsoft.com/office/drawing/2014/main" val="2601156381"/>
                    </a:ext>
                  </a:extLst>
                </a:gridCol>
              </a:tblGrid>
              <a:tr h="314791">
                <a:tc>
                  <a:txBody>
                    <a:bodyPr/>
                    <a:lstStyle/>
                    <a:p>
                      <a:r>
                        <a:rPr lang="en-US" sz="15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Internet_Payment</a:t>
                      </a:r>
                      <a:endParaRPr lang="en-US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Churned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Churn Rate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1404593"/>
                  </a:ext>
                </a:extLst>
              </a:tr>
              <a:tr h="550883">
                <a:tc>
                  <a:txBody>
                    <a:bodyPr/>
                    <a:lstStyle/>
                    <a:p>
                      <a:r>
                        <a:rPr lang="en-US" sz="15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Fiber </a:t>
                      </a:r>
                      <a:r>
                        <a:rPr lang="en-US" sz="15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optic_Electronic</a:t>
                      </a:r>
                      <a:r>
                        <a:rPr lang="en-US" sz="15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check</a:t>
                      </a:r>
                      <a:endParaRPr lang="en-US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53.23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4879236"/>
                  </a:ext>
                </a:extLst>
              </a:tr>
              <a:tr h="314791">
                <a:tc>
                  <a:txBody>
                    <a:bodyPr/>
                    <a:lstStyle/>
                    <a:p>
                      <a:r>
                        <a:rPr lang="en-US" sz="15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Fiber </a:t>
                      </a:r>
                      <a:r>
                        <a:rPr lang="en-US" sz="15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optic_Mailed</a:t>
                      </a:r>
                      <a:r>
                        <a:rPr lang="en-US" sz="15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check </a:t>
                      </a:r>
                      <a:endParaRPr lang="en-US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42.64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655364"/>
                  </a:ext>
                </a:extLst>
              </a:tr>
              <a:tr h="314791">
                <a:tc>
                  <a:txBody>
                    <a:bodyPr/>
                    <a:lstStyle/>
                    <a:p>
                      <a:r>
                        <a:rPr lang="en-US" sz="15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DSL_Electronic</a:t>
                      </a:r>
                      <a:r>
                        <a:rPr lang="en-US" sz="15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check </a:t>
                      </a:r>
                      <a:endParaRPr lang="en-US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31.94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9547748"/>
                  </a:ext>
                </a:extLst>
              </a:tr>
              <a:tr h="550883">
                <a:tc>
                  <a:txBody>
                    <a:bodyPr/>
                    <a:lstStyle/>
                    <a:p>
                      <a:r>
                        <a:rPr lang="en-US" sz="15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Fiber </a:t>
                      </a:r>
                      <a:r>
                        <a:rPr lang="en-US" sz="1500" b="1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optic_Bank</a:t>
                      </a:r>
                      <a:r>
                        <a:rPr lang="en-US" sz="15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transfer (automatic)</a:t>
                      </a:r>
                      <a:endParaRPr lang="en-US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28.95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6165472"/>
                  </a:ext>
                </a:extLst>
              </a:tr>
              <a:tr h="5999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Fiber </a:t>
                      </a:r>
                      <a:r>
                        <a:rPr lang="en-US" sz="1500" b="1" kern="100" dirty="0" err="1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optic_Credit</a:t>
                      </a:r>
                      <a:r>
                        <a:rPr lang="en-US" sz="1500" b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card (automatic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597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25.29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270771"/>
                  </a:ext>
                </a:extLst>
              </a:tr>
              <a:tr h="32845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1" kern="100" dirty="0" err="1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DSL_Mailed</a:t>
                      </a:r>
                      <a:r>
                        <a:rPr lang="en-US" sz="1500" b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613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20.72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518323"/>
                  </a:ext>
                </a:extLst>
              </a:tr>
              <a:tr h="32845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1" kern="100" dirty="0" err="1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No_Electronic</a:t>
                      </a:r>
                      <a:r>
                        <a:rPr lang="en-US" sz="1500" b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12.29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8889828"/>
                  </a:ext>
                </a:extLst>
              </a:tr>
              <a:tr h="5999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1" kern="100" dirty="0" err="1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DSL_Credit</a:t>
                      </a:r>
                      <a:r>
                        <a:rPr lang="en-US" sz="1500" b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card (automatic)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594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12.12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579661"/>
                  </a:ext>
                </a:extLst>
              </a:tr>
              <a:tr h="32845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1" kern="100" dirty="0" err="1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No_Mailed</a:t>
                      </a:r>
                      <a:r>
                        <a:rPr lang="en-US" sz="1500" b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741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9.58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147517"/>
                  </a:ext>
                </a:extLst>
              </a:tr>
              <a:tr h="5999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1" kern="100" dirty="0" err="1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DSL_Bank</a:t>
                      </a:r>
                      <a:r>
                        <a:rPr lang="en-US" sz="1500" b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transfer (automatic)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566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9.36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6373146"/>
                  </a:ext>
                </a:extLst>
              </a:tr>
              <a:tr h="5999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1" kern="100" dirty="0" err="1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No_Bank</a:t>
                      </a:r>
                      <a:r>
                        <a:rPr lang="en-US" sz="1500" b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transfer (automatic)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5.42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5349825"/>
                  </a:ext>
                </a:extLst>
              </a:tr>
              <a:tr h="32845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1" kern="100" dirty="0" err="1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No_Credit</a:t>
                      </a:r>
                      <a:r>
                        <a:rPr lang="en-US" sz="1500" b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card (automatic)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2.72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059266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ADBC8BA-5605-7B9D-F1FD-D87809C793C8}"/>
              </a:ext>
            </a:extLst>
          </p:cNvPr>
          <p:cNvSpPr txBox="1"/>
          <p:nvPr/>
        </p:nvSpPr>
        <p:spPr>
          <a:xfrm>
            <a:off x="965200" y="200075"/>
            <a:ext cx="10261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 Rates by Internet Service and Payment Method</a:t>
            </a:r>
          </a:p>
        </p:txBody>
      </p:sp>
    </p:spTree>
    <p:extLst>
      <p:ext uri="{BB962C8B-B14F-4D97-AF65-F5344CB8AC3E}">
        <p14:creationId xmlns:p14="http://schemas.microsoft.com/office/powerpoint/2010/main" val="3961065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8B1B02-035E-8384-FF47-669DD916F830}"/>
              </a:ext>
            </a:extLst>
          </p:cNvPr>
          <p:cNvSpPr txBox="1"/>
          <p:nvPr/>
        </p:nvSpPr>
        <p:spPr>
          <a:xfrm>
            <a:off x="7944465" y="2212258"/>
            <a:ext cx="1847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1D2E48-104A-C49F-3917-9F7C43C48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336" y="781218"/>
            <a:ext cx="5806944" cy="2011389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D409B37C-E434-914D-DD5D-964E9FD4E0B5}"/>
              </a:ext>
            </a:extLst>
          </p:cNvPr>
          <p:cNvGrpSpPr/>
          <p:nvPr/>
        </p:nvGrpSpPr>
        <p:grpSpPr>
          <a:xfrm>
            <a:off x="1" y="2864157"/>
            <a:ext cx="5801360" cy="2804160"/>
            <a:chOff x="75703" y="2251710"/>
            <a:chExt cx="7102455" cy="280416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E8B27DE-2E14-CDCE-01E4-1170A2D58B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703" y="2291044"/>
              <a:ext cx="5715495" cy="2728196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0272FE1-9E38-56ED-097A-A95CD0E9B5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91198" y="2251710"/>
              <a:ext cx="1386960" cy="2804160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6EED009-38A1-AB12-FEF2-4491C20058D4}"/>
              </a:ext>
            </a:extLst>
          </p:cNvPr>
          <p:cNvSpPr txBox="1"/>
          <p:nvPr/>
        </p:nvSpPr>
        <p:spPr>
          <a:xfrm>
            <a:off x="6096000" y="83668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logistic regression model is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statistically significant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meaning the predictors collectively have a significant association with customer churn.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06EA93-F17B-8F09-A500-023A050756A9}"/>
              </a:ext>
            </a:extLst>
          </p:cNvPr>
          <p:cNvSpPr txBox="1"/>
          <p:nvPr/>
        </p:nvSpPr>
        <p:spPr>
          <a:xfrm>
            <a:off x="6129550" y="863609"/>
            <a:ext cx="58069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Pseudo R²:</a:t>
            </a:r>
            <a:r>
              <a:rPr lang="en-US" sz="1600" dirty="0"/>
              <a:t> </a:t>
            </a:r>
            <a:r>
              <a:rPr lang="en-US" sz="1600" b="1" dirty="0"/>
              <a:t>0.2684</a:t>
            </a:r>
            <a:r>
              <a:rPr lang="en-US" sz="1600" dirty="0"/>
              <a:t>, indicating moderate explanatory power.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Meaning that the selected predictors provide meaningful information for predicting customer churn.</a:t>
            </a:r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F6A6EC1B-8A2E-BEDF-36D1-6EC28433F2F4}"/>
              </a:ext>
            </a:extLst>
          </p:cNvPr>
          <p:cNvSpPr/>
          <p:nvPr/>
        </p:nvSpPr>
        <p:spPr>
          <a:xfrm>
            <a:off x="0" y="0"/>
            <a:ext cx="3291840" cy="67033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FDAAA5-0EE0-952E-DEF4-445A1F9B8901}"/>
              </a:ext>
            </a:extLst>
          </p:cNvPr>
          <p:cNvSpPr txBox="1"/>
          <p:nvPr/>
        </p:nvSpPr>
        <p:spPr>
          <a:xfrm>
            <a:off x="6257304" y="1694606"/>
            <a:ext cx="58069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There is </a:t>
            </a:r>
            <a:r>
              <a:rPr lang="en-US" sz="1600" b="1" dirty="0"/>
              <a:t>insufficient evidence</a:t>
            </a:r>
            <a:r>
              <a:rPr lang="en-US" sz="1600" dirty="0"/>
              <a:t> that these variables independently predict churn after controlling for the other variables in the model.</a:t>
            </a:r>
          </a:p>
          <a:p>
            <a:r>
              <a:rPr lang="en-US" sz="1600" dirty="0"/>
              <a:t>P &gt; 0.05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BB844F-0AC3-BBEB-DD2D-F467C1110054}"/>
              </a:ext>
            </a:extLst>
          </p:cNvPr>
          <p:cNvSpPr txBox="1"/>
          <p:nvPr/>
        </p:nvSpPr>
        <p:spPr>
          <a:xfrm>
            <a:off x="5922652" y="3729298"/>
            <a:ext cx="3323576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with higher churn odds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Fiber optic customers are the highest-risk group identified by the model - approximately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144% higher odds of churn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 DSL customers.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 check users are also more likely to churn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Senior citizens have higher churn odds - approximately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36% higher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 non-senior customers.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117D7BA-59F3-3248-F6E0-851BB0E169FF}"/>
              </a:ext>
            </a:extLst>
          </p:cNvPr>
          <p:cNvSpPr txBox="1"/>
          <p:nvPr/>
        </p:nvSpPr>
        <p:spPr>
          <a:xfrm>
            <a:off x="9320541" y="2525603"/>
            <a:ext cx="2850449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Factors associated with lower churn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Month-to-month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are the highest-risk contract group, while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longer-term contracts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strongly associated with retention.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Longer customer </a:t>
            </a:r>
            <a:r>
              <a:rPr lang="en-US" sz="1600" dirty="0"/>
              <a:t>tenure is associated with </a:t>
            </a:r>
            <a:r>
              <a:rPr lang="en-US" sz="1600" b="1" dirty="0"/>
              <a:t>lower churn - </a:t>
            </a:r>
            <a:r>
              <a:rPr lang="en-US" sz="1600" dirty="0"/>
              <a:t>This suggests that </a:t>
            </a:r>
            <a:r>
              <a:rPr lang="en-US" sz="1600" b="1" dirty="0"/>
              <a:t>newer customers are more vulnerable to churn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Customers with dependents have lower churn odds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Customers with no internet service have lower churn odds than DSL customers</a:t>
            </a:r>
            <a:endParaRPr lang="en-US" sz="16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FDE62A3-5CBD-B3A0-F7E5-5C98758632D8}"/>
              </a:ext>
            </a:extLst>
          </p:cNvPr>
          <p:cNvSpPr txBox="1"/>
          <p:nvPr/>
        </p:nvSpPr>
        <p:spPr>
          <a:xfrm>
            <a:off x="6390640" y="2415730"/>
            <a:ext cx="23876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Gender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Partner status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Monthly Charges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Mailed check payment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Credit card payment</a:t>
            </a:r>
          </a:p>
        </p:txBody>
      </p:sp>
    </p:spTree>
    <p:extLst>
      <p:ext uri="{BB962C8B-B14F-4D97-AF65-F5344CB8AC3E}">
        <p14:creationId xmlns:p14="http://schemas.microsoft.com/office/powerpoint/2010/main" val="20991332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AD5CD5-6389-65BC-B09D-5DDAEE64C4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1806" y="1064342"/>
            <a:ext cx="7128387" cy="4729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281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Bjorn</Template>
  <TotalTime>2101</TotalTime>
  <Words>1603</Words>
  <Application>Microsoft Office PowerPoint</Application>
  <PresentationFormat>Widescreen</PresentationFormat>
  <Paragraphs>230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Miriam Mwongela</dc:creator>
  <cp:lastModifiedBy>Miriam Mwongela</cp:lastModifiedBy>
  <cp:revision>1</cp:revision>
  <dcterms:created xsi:type="dcterms:W3CDTF">2026-08-30T19:41:24Z</dcterms:created>
  <dcterms:modified xsi:type="dcterms:W3CDTF">2026-09-07T13:04:19Z</dcterms:modified>
</cp:coreProperties>
</file>